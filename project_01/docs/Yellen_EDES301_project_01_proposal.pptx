
<file path=[Content_Types].xml><?xml version="1.0" encoding="utf-8"?>
<Types xmlns="http://schemas.openxmlformats.org/package/2006/content-types"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31AAE86-597A-40D9-BAE6-D5E806EC37A1}">
  <a:tblStyle styleId="{431AAE86-597A-40D9-BAE6-D5E806EC37A1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fill>
          <a:solidFill>
            <a:schemeClr val="accent1">
              <a:alpha val="20000"/>
            </a:schemeClr>
          </a:solidFill>
        </a:fill>
      </a:tcStyle>
    </a:band1H>
    <a:band2H>
      <a:tcTxStyle/>
    </a:band2H>
    <a:band1V>
      <a:tcTxStyle/>
      <a:tcStyle>
        <a:fill>
          <a:solidFill>
            <a:schemeClr val="accent1">
              <a:alpha val="20000"/>
            </a:schemeClr>
          </a:solidFill>
        </a:fill>
      </a:tcStyle>
    </a:band1V>
    <a:band2V>
      <a:tcTxStyle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508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/>
    </a:seCell>
    <a:swCell>
      <a:tcTxStyle/>
    </a:swCell>
    <a:firstRow>
      <a:tcTxStyle b="on" i="off"/>
      <a:tcStyle>
        <a:tcBdr>
          <a:bottom>
            <a:ln cap="flat" cmpd="sng" w="25400">
              <a:solidFill>
                <a:schemeClr val="accen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2" Type="http://schemas.openxmlformats.org/officeDocument/2006/relationships/slide" Target="slides/slide6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:notes"/>
          <p:cNvSpPr txBox="1"/>
          <p:nvPr>
            <p:ph idx="1" type="body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0" name="Google Shape;39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h1d88c994d30b0dd7_1_0:notes"/>
          <p:cNvSpPr txBox="1"/>
          <p:nvPr>
            <p:ph idx="1" type="body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h1d88c994d30b0dd7_1_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3:notes"/>
          <p:cNvSpPr txBox="1"/>
          <p:nvPr>
            <p:ph idx="1" type="body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4:notes"/>
          <p:cNvSpPr txBox="1"/>
          <p:nvPr>
            <p:ph idx="1" type="body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5:notes"/>
          <p:cNvSpPr txBox="1"/>
          <p:nvPr>
            <p:ph idx="1" type="body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6:notes"/>
          <p:cNvSpPr txBox="1"/>
          <p:nvPr>
            <p:ph idx="1" type="body"/>
          </p:nvPr>
        </p:nvSpPr>
        <p:spPr>
          <a:xfrm>
            <a:off x="685800" y="4400550"/>
            <a:ext cx="5486400" cy="30861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8" name="Google Shape;68;p2"/>
          <p:cNvGrpSpPr/>
          <p:nvPr/>
        </p:nvGrpSpPr>
        <p:grpSpPr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69" name="Google Shape;69;p2"/>
            <p:cNvCxnSpPr/>
            <p:nvPr/>
          </p:nvCxnSpPr>
          <p:spPr>
            <a:xfrm>
              <a:off x="610194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0" name="Google Shape;70;p2"/>
            <p:cNvCxnSpPr/>
            <p:nvPr/>
          </p:nvCxnSpPr>
          <p:spPr>
            <a:xfrm>
              <a:off x="1829332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1" name="Google Shape;71;p2"/>
            <p:cNvCxnSpPr/>
            <p:nvPr/>
          </p:nvCxnSpPr>
          <p:spPr>
            <a:xfrm>
              <a:off x="3048470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2" name="Google Shape;72;p2"/>
            <p:cNvCxnSpPr/>
            <p:nvPr/>
          </p:nvCxnSpPr>
          <p:spPr>
            <a:xfrm>
              <a:off x="4267608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3" name="Google Shape;73;p2"/>
            <p:cNvCxnSpPr/>
            <p:nvPr/>
          </p:nvCxnSpPr>
          <p:spPr>
            <a:xfrm>
              <a:off x="5486746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4" name="Google Shape;74;p2"/>
            <p:cNvCxnSpPr/>
            <p:nvPr/>
          </p:nvCxnSpPr>
          <p:spPr>
            <a:xfrm>
              <a:off x="6705884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5" name="Google Shape;75;p2"/>
            <p:cNvCxnSpPr/>
            <p:nvPr/>
          </p:nvCxnSpPr>
          <p:spPr>
            <a:xfrm>
              <a:off x="7925022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6" name="Google Shape;76;p2"/>
            <p:cNvCxnSpPr/>
            <p:nvPr/>
          </p:nvCxnSpPr>
          <p:spPr>
            <a:xfrm>
              <a:off x="9144160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7" name="Google Shape;77;p2"/>
            <p:cNvCxnSpPr/>
            <p:nvPr/>
          </p:nvCxnSpPr>
          <p:spPr>
            <a:xfrm>
              <a:off x="10363298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8" name="Google Shape;78;p2"/>
            <p:cNvCxnSpPr/>
            <p:nvPr/>
          </p:nvCxnSpPr>
          <p:spPr>
            <a:xfrm>
              <a:off x="11582436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79" name="Google Shape;79;p2"/>
            <p:cNvCxnSpPr/>
            <p:nvPr/>
          </p:nvCxnSpPr>
          <p:spPr>
            <a:xfrm>
              <a:off x="2819" y="386485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80" name="Google Shape;80;p2"/>
            <p:cNvCxnSpPr/>
            <p:nvPr/>
          </p:nvCxnSpPr>
          <p:spPr>
            <a:xfrm>
              <a:off x="2819" y="1611181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81" name="Google Shape;81;p2"/>
            <p:cNvCxnSpPr/>
            <p:nvPr/>
          </p:nvCxnSpPr>
          <p:spPr>
            <a:xfrm>
              <a:off x="2819" y="2835877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82" name="Google Shape;82;p2"/>
            <p:cNvCxnSpPr/>
            <p:nvPr/>
          </p:nvCxnSpPr>
          <p:spPr>
            <a:xfrm>
              <a:off x="2819" y="4060573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83" name="Google Shape;83;p2"/>
            <p:cNvCxnSpPr/>
            <p:nvPr/>
          </p:nvCxnSpPr>
          <p:spPr>
            <a:xfrm>
              <a:off x="2819" y="5285269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84" name="Google Shape;84;p2"/>
            <p:cNvCxnSpPr/>
            <p:nvPr/>
          </p:nvCxnSpPr>
          <p:spPr>
            <a:xfrm>
              <a:off x="2819" y="6509965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4902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grpSp>
          <p:nvGrpSpPr>
            <p:cNvPr id="85" name="Google Shape;85;p2"/>
            <p:cNvGrpSpPr/>
            <p:nvPr/>
          </p:nvGrpSpPr>
          <p:grpSpPr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86" name="Google Shape;86;p2"/>
              <p:cNvCxnSpPr/>
              <p:nvPr/>
            </p:nvCxnSpPr>
            <p:spPr>
              <a:xfrm>
                <a:off x="225425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87" name="Google Shape;87;p2"/>
              <p:cNvCxnSpPr/>
              <p:nvPr/>
            </p:nvCxnSpPr>
            <p:spPr>
              <a:xfrm>
                <a:off x="144915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88" name="Google Shape;88;p2"/>
              <p:cNvCxnSpPr/>
              <p:nvPr/>
            </p:nvCxnSpPr>
            <p:spPr>
              <a:xfrm>
                <a:off x="266598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"/>
              <p:cNvCxnSpPr/>
              <p:nvPr/>
            </p:nvCxnSpPr>
            <p:spPr>
              <a:xfrm>
                <a:off x="3885119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"/>
              <p:cNvCxnSpPr/>
              <p:nvPr/>
            </p:nvCxnSpPr>
            <p:spPr>
              <a:xfrm>
                <a:off x="510650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grpSp>
            <p:nvGrpSpPr>
              <p:cNvPr id="91" name="Google Shape;91;p2"/>
              <p:cNvGrpSpPr/>
              <p:nvPr/>
            </p:nvGrpSpPr>
            <p:grpSpPr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92" name="Google Shape;92;p2"/>
                <p:cNvCxnSpPr/>
                <p:nvPr/>
              </p:nvCxnSpPr>
              <p:spPr>
                <a:xfrm>
                  <a:off x="6327885" y="0"/>
                  <a:ext cx="5864115" cy="5898673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4902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93" name="Google Shape;93;p2"/>
                <p:cNvCxnSpPr/>
                <p:nvPr/>
              </p:nvCxnSpPr>
              <p:spPr>
                <a:xfrm>
                  <a:off x="7549268" y="0"/>
                  <a:ext cx="4642732" cy="4672425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4902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94" name="Google Shape;94;p2"/>
                <p:cNvCxnSpPr/>
                <p:nvPr/>
              </p:nvCxnSpPr>
              <p:spPr>
                <a:xfrm>
                  <a:off x="8772997" y="0"/>
                  <a:ext cx="3419003" cy="345674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4902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95" name="Google Shape;95;p2"/>
                <p:cNvCxnSpPr/>
                <p:nvPr/>
              </p:nvCxnSpPr>
              <p:spPr>
                <a:xfrm>
                  <a:off x="9982200" y="0"/>
                  <a:ext cx="2209800" cy="222646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4902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96" name="Google Shape;96;p2"/>
                <p:cNvCxnSpPr/>
                <p:nvPr/>
              </p:nvCxnSpPr>
              <p:spPr>
                <a:xfrm>
                  <a:off x="11199019" y="0"/>
                  <a:ext cx="992981" cy="1002506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4902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</p:grpSp>
          <p:cxnSp>
            <p:nvCxnSpPr>
              <p:cNvPr id="97" name="Google Shape;97;p2"/>
              <p:cNvCxnSpPr/>
              <p:nvPr/>
            </p:nvCxnSpPr>
            <p:spPr>
              <a:xfrm rot="10800000">
                <a:off x="-1" y="1012053"/>
                <a:ext cx="5828811" cy="58459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98" name="Google Shape;98;p2"/>
              <p:cNvCxnSpPr/>
              <p:nvPr/>
            </p:nvCxnSpPr>
            <p:spPr>
              <a:xfrm rot="10800000">
                <a:off x="-1" y="2227340"/>
                <a:ext cx="4614781" cy="4630658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99" name="Google Shape;99;p2"/>
              <p:cNvCxnSpPr/>
              <p:nvPr/>
            </p:nvCxnSpPr>
            <p:spPr>
              <a:xfrm rot="10800000">
                <a:off x="-1" y="3432149"/>
                <a:ext cx="3398419" cy="3425849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"/>
              <p:cNvCxnSpPr/>
              <p:nvPr/>
            </p:nvCxnSpPr>
            <p:spPr>
              <a:xfrm rot="10800000">
                <a:off x="-1" y="4651431"/>
                <a:ext cx="2196496" cy="2206567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"/>
              <p:cNvCxnSpPr/>
              <p:nvPr/>
            </p:nvCxnSpPr>
            <p:spPr>
              <a:xfrm rot="10800000">
                <a:off x="-1" y="5864453"/>
                <a:ext cx="987003" cy="9935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</p:grpSp>
        <p:grpSp>
          <p:nvGrpSpPr>
            <p:cNvPr id="102" name="Google Shape;102;p2"/>
            <p:cNvGrpSpPr/>
            <p:nvPr/>
          </p:nvGrpSpPr>
          <p:grpSpPr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03" name="Google Shape;103;p2"/>
              <p:cNvCxnSpPr/>
              <p:nvPr/>
            </p:nvCxnSpPr>
            <p:spPr>
              <a:xfrm>
                <a:off x="225425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04" name="Google Shape;104;p2"/>
              <p:cNvCxnSpPr/>
              <p:nvPr/>
            </p:nvCxnSpPr>
            <p:spPr>
              <a:xfrm>
                <a:off x="144915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05" name="Google Shape;105;p2"/>
              <p:cNvCxnSpPr/>
              <p:nvPr/>
            </p:nvCxnSpPr>
            <p:spPr>
              <a:xfrm>
                <a:off x="266598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"/>
              <p:cNvCxnSpPr/>
              <p:nvPr/>
            </p:nvCxnSpPr>
            <p:spPr>
              <a:xfrm>
                <a:off x="3885119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"/>
              <p:cNvCxnSpPr/>
              <p:nvPr/>
            </p:nvCxnSpPr>
            <p:spPr>
              <a:xfrm>
                <a:off x="515064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grpSp>
            <p:nvGrpSpPr>
              <p:cNvPr id="108" name="Google Shape;108;p2"/>
              <p:cNvGrpSpPr/>
              <p:nvPr/>
            </p:nvGrpSpPr>
            <p:grpSpPr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09" name="Google Shape;109;p2"/>
                <p:cNvCxnSpPr/>
                <p:nvPr/>
              </p:nvCxnSpPr>
              <p:spPr>
                <a:xfrm>
                  <a:off x="6327885" y="0"/>
                  <a:ext cx="5864115" cy="5898673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4902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110" name="Google Shape;110;p2"/>
                <p:cNvCxnSpPr/>
                <p:nvPr/>
              </p:nvCxnSpPr>
              <p:spPr>
                <a:xfrm>
                  <a:off x="7549268" y="0"/>
                  <a:ext cx="4642732" cy="4672425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4902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111" name="Google Shape;111;p2"/>
                <p:cNvCxnSpPr/>
                <p:nvPr/>
              </p:nvCxnSpPr>
              <p:spPr>
                <a:xfrm>
                  <a:off x="8772997" y="0"/>
                  <a:ext cx="3419003" cy="345674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4902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112" name="Google Shape;112;p2"/>
                <p:cNvCxnSpPr/>
                <p:nvPr/>
              </p:nvCxnSpPr>
              <p:spPr>
                <a:xfrm>
                  <a:off x="9982200" y="0"/>
                  <a:ext cx="2209800" cy="222646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4902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113" name="Google Shape;113;p2"/>
                <p:cNvCxnSpPr/>
                <p:nvPr/>
              </p:nvCxnSpPr>
              <p:spPr>
                <a:xfrm>
                  <a:off x="11199019" y="0"/>
                  <a:ext cx="992981" cy="1002506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4902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</p:grpSp>
          <p:cxnSp>
            <p:nvCxnSpPr>
              <p:cNvPr id="114" name="Google Shape;114;p2"/>
              <p:cNvCxnSpPr/>
              <p:nvPr/>
            </p:nvCxnSpPr>
            <p:spPr>
              <a:xfrm rot="10800000">
                <a:off x="-1" y="1012053"/>
                <a:ext cx="5828811" cy="58459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"/>
              <p:cNvCxnSpPr/>
              <p:nvPr/>
            </p:nvCxnSpPr>
            <p:spPr>
              <a:xfrm rot="10800000">
                <a:off x="-1" y="2227340"/>
                <a:ext cx="4614781" cy="4630658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"/>
              <p:cNvCxnSpPr/>
              <p:nvPr/>
            </p:nvCxnSpPr>
            <p:spPr>
              <a:xfrm rot="10800000">
                <a:off x="-1" y="3432149"/>
                <a:ext cx="3398419" cy="3425849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17" name="Google Shape;117;p2"/>
              <p:cNvCxnSpPr/>
              <p:nvPr/>
            </p:nvCxnSpPr>
            <p:spPr>
              <a:xfrm rot="10800000">
                <a:off x="-1" y="4651431"/>
                <a:ext cx="2196496" cy="2206567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18" name="Google Shape;118;p2"/>
              <p:cNvCxnSpPr/>
              <p:nvPr/>
            </p:nvCxnSpPr>
            <p:spPr>
              <a:xfrm rot="10800000">
                <a:off x="-1" y="5864453"/>
                <a:ext cx="987003" cy="9935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4902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</p:grpSp>
      </p:grpSp>
      <p:sp>
        <p:nvSpPr>
          <p:cNvPr id="119" name="Google Shape;119;p2"/>
          <p:cNvSpPr txBox="1"/>
          <p:nvPr>
            <p:ph type="ctrTitle"/>
          </p:nvPr>
        </p:nvSpPr>
        <p:spPr>
          <a:xfrm>
            <a:off x="1293845" y="1909346"/>
            <a:ext cx="960431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7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0"/>
              <a:buFont typeface="Arial"/>
              <a:buNone/>
              <a:defRPr sz="8000" cap="none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2"/>
          <p:cNvSpPr txBox="1"/>
          <p:nvPr>
            <p:ph idx="1" type="subTitle"/>
          </p:nvPr>
        </p:nvSpPr>
        <p:spPr>
          <a:xfrm>
            <a:off x="1293845" y="5432564"/>
            <a:ext cx="960431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0" sz="2000">
                <a:solidFill>
                  <a:srgbClr val="276E8B"/>
                </a:solidFill>
              </a:defRPr>
            </a:lvl1pPr>
            <a:lvl2pPr lvl="1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21" name="Google Shape;121;p2"/>
          <p:cNvCxnSpPr/>
          <p:nvPr/>
        </p:nvCxnSpPr>
        <p:spPr>
          <a:xfrm>
            <a:off x="1295400" y="5294175"/>
            <a:ext cx="9601200" cy="0"/>
          </a:xfrm>
          <a:prstGeom prst="straightConnector1">
            <a:avLst/>
          </a:prstGeom>
          <a:noFill/>
          <a:ln cap="flat" cmpd="sng" w="12700">
            <a:solidFill>
              <a:schemeClr val="accent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3"/>
          <p:cNvSpPr txBox="1"/>
          <p:nvPr>
            <p:ph type="title"/>
          </p:nvPr>
        </p:nvSpPr>
        <p:spPr>
          <a:xfrm>
            <a:off x="609600" y="228600"/>
            <a:ext cx="10972800" cy="9144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6E8B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4" name="Google Shape;124;p3"/>
          <p:cNvSpPr txBox="1"/>
          <p:nvPr>
            <p:ph idx="1" type="body"/>
          </p:nvPr>
        </p:nvSpPr>
        <p:spPr>
          <a:xfrm>
            <a:off x="609600" y="1295400"/>
            <a:ext cx="10972800" cy="47243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6pPr>
            <a:lvl7pPr indent="-342900" lvl="6" marL="3200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7pPr>
            <a:lvl8pPr indent="-342900" lvl="7" marL="3657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8pPr>
            <a:lvl9pPr indent="-228600" lvl="8" marL="41148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25" name="Google Shape;125;p3"/>
          <p:cNvSpPr txBox="1"/>
          <p:nvPr>
            <p:ph idx="11" type="ftr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3"/>
          <p:cNvSpPr txBox="1"/>
          <p:nvPr>
            <p:ph idx="10" type="dt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3"/>
          <p:cNvSpPr txBox="1"/>
          <p:nvPr>
            <p:ph idx="12" type="sldNum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bg>
      <p:bgPr>
        <a:gradFill>
          <a:gsLst>
            <a:gs pos="0">
              <a:schemeClr val="accent1"/>
            </a:gs>
            <a:gs pos="97000">
              <a:srgbClr val="297694"/>
            </a:gs>
            <a:gs pos="100000">
              <a:srgbClr val="297694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" name="Google Shape;129;p4"/>
          <p:cNvGrpSpPr/>
          <p:nvPr/>
        </p:nvGrpSpPr>
        <p:grpSpPr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130" name="Google Shape;130;p4"/>
            <p:cNvCxnSpPr/>
            <p:nvPr/>
          </p:nvCxnSpPr>
          <p:spPr>
            <a:xfrm>
              <a:off x="610194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1" name="Google Shape;131;p4"/>
            <p:cNvCxnSpPr/>
            <p:nvPr/>
          </p:nvCxnSpPr>
          <p:spPr>
            <a:xfrm>
              <a:off x="1829332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2" name="Google Shape;132;p4"/>
            <p:cNvCxnSpPr/>
            <p:nvPr/>
          </p:nvCxnSpPr>
          <p:spPr>
            <a:xfrm>
              <a:off x="3048470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3" name="Google Shape;133;p4"/>
            <p:cNvCxnSpPr/>
            <p:nvPr/>
          </p:nvCxnSpPr>
          <p:spPr>
            <a:xfrm>
              <a:off x="4267608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4" name="Google Shape;134;p4"/>
            <p:cNvCxnSpPr/>
            <p:nvPr/>
          </p:nvCxnSpPr>
          <p:spPr>
            <a:xfrm>
              <a:off x="5486746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5" name="Google Shape;135;p4"/>
            <p:cNvCxnSpPr/>
            <p:nvPr/>
          </p:nvCxnSpPr>
          <p:spPr>
            <a:xfrm>
              <a:off x="6705884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6" name="Google Shape;136;p4"/>
            <p:cNvCxnSpPr/>
            <p:nvPr/>
          </p:nvCxnSpPr>
          <p:spPr>
            <a:xfrm>
              <a:off x="7925022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7" name="Google Shape;137;p4"/>
            <p:cNvCxnSpPr/>
            <p:nvPr/>
          </p:nvCxnSpPr>
          <p:spPr>
            <a:xfrm>
              <a:off x="9144160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8" name="Google Shape;138;p4"/>
            <p:cNvCxnSpPr/>
            <p:nvPr/>
          </p:nvCxnSpPr>
          <p:spPr>
            <a:xfrm>
              <a:off x="10363298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9" name="Google Shape;139;p4"/>
            <p:cNvCxnSpPr/>
            <p:nvPr/>
          </p:nvCxnSpPr>
          <p:spPr>
            <a:xfrm>
              <a:off x="11582436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0" name="Google Shape;140;p4"/>
            <p:cNvCxnSpPr/>
            <p:nvPr/>
          </p:nvCxnSpPr>
          <p:spPr>
            <a:xfrm>
              <a:off x="2819" y="386485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1" name="Google Shape;141;p4"/>
            <p:cNvCxnSpPr/>
            <p:nvPr/>
          </p:nvCxnSpPr>
          <p:spPr>
            <a:xfrm>
              <a:off x="2819" y="1611181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2" name="Google Shape;142;p4"/>
            <p:cNvCxnSpPr/>
            <p:nvPr/>
          </p:nvCxnSpPr>
          <p:spPr>
            <a:xfrm>
              <a:off x="2819" y="2835877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3" name="Google Shape;143;p4"/>
            <p:cNvCxnSpPr/>
            <p:nvPr/>
          </p:nvCxnSpPr>
          <p:spPr>
            <a:xfrm>
              <a:off x="2819" y="4060573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4" name="Google Shape;144;p4"/>
            <p:cNvCxnSpPr/>
            <p:nvPr/>
          </p:nvCxnSpPr>
          <p:spPr>
            <a:xfrm>
              <a:off x="2819" y="5285269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5" name="Google Shape;145;p4"/>
            <p:cNvCxnSpPr/>
            <p:nvPr/>
          </p:nvCxnSpPr>
          <p:spPr>
            <a:xfrm>
              <a:off x="2819" y="6509965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grpSp>
          <p:nvGrpSpPr>
            <p:cNvPr id="146" name="Google Shape;146;p4"/>
            <p:cNvGrpSpPr/>
            <p:nvPr/>
          </p:nvGrpSpPr>
          <p:grpSpPr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147" name="Google Shape;147;p4"/>
              <p:cNvCxnSpPr/>
              <p:nvPr/>
            </p:nvCxnSpPr>
            <p:spPr>
              <a:xfrm>
                <a:off x="225425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48" name="Google Shape;148;p4"/>
              <p:cNvCxnSpPr/>
              <p:nvPr/>
            </p:nvCxnSpPr>
            <p:spPr>
              <a:xfrm>
                <a:off x="144915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49" name="Google Shape;149;p4"/>
              <p:cNvCxnSpPr/>
              <p:nvPr/>
            </p:nvCxnSpPr>
            <p:spPr>
              <a:xfrm>
                <a:off x="266598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50" name="Google Shape;150;p4"/>
              <p:cNvCxnSpPr/>
              <p:nvPr/>
            </p:nvCxnSpPr>
            <p:spPr>
              <a:xfrm>
                <a:off x="3885119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51" name="Google Shape;151;p4"/>
              <p:cNvCxnSpPr/>
              <p:nvPr/>
            </p:nvCxnSpPr>
            <p:spPr>
              <a:xfrm>
                <a:off x="510650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grpSp>
            <p:nvGrpSpPr>
              <p:cNvPr id="152" name="Google Shape;152;p4"/>
              <p:cNvGrpSpPr/>
              <p:nvPr/>
            </p:nvGrpSpPr>
            <p:grpSpPr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53" name="Google Shape;153;p4"/>
                <p:cNvCxnSpPr/>
                <p:nvPr/>
              </p:nvCxnSpPr>
              <p:spPr>
                <a:xfrm>
                  <a:off x="6327885" y="0"/>
                  <a:ext cx="5864115" cy="5898673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154" name="Google Shape;154;p4"/>
                <p:cNvCxnSpPr/>
                <p:nvPr/>
              </p:nvCxnSpPr>
              <p:spPr>
                <a:xfrm>
                  <a:off x="7549268" y="0"/>
                  <a:ext cx="4642732" cy="4672425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155" name="Google Shape;155;p4"/>
                <p:cNvCxnSpPr/>
                <p:nvPr/>
              </p:nvCxnSpPr>
              <p:spPr>
                <a:xfrm>
                  <a:off x="8772997" y="0"/>
                  <a:ext cx="3419003" cy="345674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156" name="Google Shape;156;p4"/>
                <p:cNvCxnSpPr/>
                <p:nvPr/>
              </p:nvCxnSpPr>
              <p:spPr>
                <a:xfrm>
                  <a:off x="9982200" y="0"/>
                  <a:ext cx="2209800" cy="222646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157" name="Google Shape;157;p4"/>
                <p:cNvCxnSpPr/>
                <p:nvPr/>
              </p:nvCxnSpPr>
              <p:spPr>
                <a:xfrm>
                  <a:off x="11199019" y="0"/>
                  <a:ext cx="992981" cy="1002506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</p:grpSp>
          <p:cxnSp>
            <p:nvCxnSpPr>
              <p:cNvPr id="158" name="Google Shape;158;p4"/>
              <p:cNvCxnSpPr/>
              <p:nvPr/>
            </p:nvCxnSpPr>
            <p:spPr>
              <a:xfrm rot="10800000">
                <a:off x="-1" y="1012053"/>
                <a:ext cx="5828811" cy="58459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59" name="Google Shape;159;p4"/>
              <p:cNvCxnSpPr/>
              <p:nvPr/>
            </p:nvCxnSpPr>
            <p:spPr>
              <a:xfrm rot="10800000">
                <a:off x="-1" y="2227340"/>
                <a:ext cx="4614781" cy="4630658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60" name="Google Shape;160;p4"/>
              <p:cNvCxnSpPr/>
              <p:nvPr/>
            </p:nvCxnSpPr>
            <p:spPr>
              <a:xfrm rot="10800000">
                <a:off x="-1" y="3432149"/>
                <a:ext cx="3398419" cy="3425849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61" name="Google Shape;161;p4"/>
              <p:cNvCxnSpPr/>
              <p:nvPr/>
            </p:nvCxnSpPr>
            <p:spPr>
              <a:xfrm rot="10800000">
                <a:off x="-1" y="4651431"/>
                <a:ext cx="2196496" cy="2206567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62" name="Google Shape;162;p4"/>
              <p:cNvCxnSpPr/>
              <p:nvPr/>
            </p:nvCxnSpPr>
            <p:spPr>
              <a:xfrm rot="10800000">
                <a:off x="-1" y="5864453"/>
                <a:ext cx="987003" cy="9935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</p:grpSp>
        <p:grpSp>
          <p:nvGrpSpPr>
            <p:cNvPr id="163" name="Google Shape;163;p4"/>
            <p:cNvGrpSpPr/>
            <p:nvPr/>
          </p:nvGrpSpPr>
          <p:grpSpPr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164" name="Google Shape;164;p4"/>
              <p:cNvCxnSpPr/>
              <p:nvPr/>
            </p:nvCxnSpPr>
            <p:spPr>
              <a:xfrm>
                <a:off x="225425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65" name="Google Shape;165;p4"/>
              <p:cNvCxnSpPr/>
              <p:nvPr/>
            </p:nvCxnSpPr>
            <p:spPr>
              <a:xfrm>
                <a:off x="144915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66" name="Google Shape;166;p4"/>
              <p:cNvCxnSpPr/>
              <p:nvPr/>
            </p:nvCxnSpPr>
            <p:spPr>
              <a:xfrm>
                <a:off x="266598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67" name="Google Shape;167;p4"/>
              <p:cNvCxnSpPr/>
              <p:nvPr/>
            </p:nvCxnSpPr>
            <p:spPr>
              <a:xfrm>
                <a:off x="3885119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68" name="Google Shape;168;p4"/>
              <p:cNvCxnSpPr/>
              <p:nvPr/>
            </p:nvCxnSpPr>
            <p:spPr>
              <a:xfrm>
                <a:off x="515064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grpSp>
            <p:nvGrpSpPr>
              <p:cNvPr id="169" name="Google Shape;169;p4"/>
              <p:cNvGrpSpPr/>
              <p:nvPr/>
            </p:nvGrpSpPr>
            <p:grpSpPr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170" name="Google Shape;170;p4"/>
                <p:cNvCxnSpPr/>
                <p:nvPr/>
              </p:nvCxnSpPr>
              <p:spPr>
                <a:xfrm>
                  <a:off x="6327885" y="0"/>
                  <a:ext cx="5864115" cy="5898673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171" name="Google Shape;171;p4"/>
                <p:cNvCxnSpPr/>
                <p:nvPr/>
              </p:nvCxnSpPr>
              <p:spPr>
                <a:xfrm>
                  <a:off x="7549268" y="0"/>
                  <a:ext cx="4642732" cy="4672425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172" name="Google Shape;172;p4"/>
                <p:cNvCxnSpPr/>
                <p:nvPr/>
              </p:nvCxnSpPr>
              <p:spPr>
                <a:xfrm>
                  <a:off x="8772997" y="0"/>
                  <a:ext cx="3419003" cy="345674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173" name="Google Shape;173;p4"/>
                <p:cNvCxnSpPr/>
                <p:nvPr/>
              </p:nvCxnSpPr>
              <p:spPr>
                <a:xfrm>
                  <a:off x="9982200" y="0"/>
                  <a:ext cx="2209800" cy="222646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174" name="Google Shape;174;p4"/>
                <p:cNvCxnSpPr/>
                <p:nvPr/>
              </p:nvCxnSpPr>
              <p:spPr>
                <a:xfrm>
                  <a:off x="11199019" y="0"/>
                  <a:ext cx="992981" cy="1002506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</p:grpSp>
          <p:cxnSp>
            <p:nvCxnSpPr>
              <p:cNvPr id="175" name="Google Shape;175;p4"/>
              <p:cNvCxnSpPr/>
              <p:nvPr/>
            </p:nvCxnSpPr>
            <p:spPr>
              <a:xfrm rot="10800000">
                <a:off x="-1" y="1012053"/>
                <a:ext cx="5828811" cy="58459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76" name="Google Shape;176;p4"/>
              <p:cNvCxnSpPr/>
              <p:nvPr/>
            </p:nvCxnSpPr>
            <p:spPr>
              <a:xfrm rot="10800000">
                <a:off x="-1" y="2227340"/>
                <a:ext cx="4614781" cy="4630658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77" name="Google Shape;177;p4"/>
              <p:cNvCxnSpPr/>
              <p:nvPr/>
            </p:nvCxnSpPr>
            <p:spPr>
              <a:xfrm rot="10800000">
                <a:off x="-1" y="3432149"/>
                <a:ext cx="3398419" cy="3425849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78" name="Google Shape;178;p4"/>
              <p:cNvCxnSpPr/>
              <p:nvPr/>
            </p:nvCxnSpPr>
            <p:spPr>
              <a:xfrm rot="10800000">
                <a:off x="-1" y="4651431"/>
                <a:ext cx="2196496" cy="2206567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179" name="Google Shape;179;p4"/>
              <p:cNvCxnSpPr/>
              <p:nvPr/>
            </p:nvCxnSpPr>
            <p:spPr>
              <a:xfrm rot="10800000">
                <a:off x="-1" y="5864453"/>
                <a:ext cx="987003" cy="9935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</p:grpSp>
      </p:grpSp>
      <p:sp>
        <p:nvSpPr>
          <p:cNvPr id="180" name="Google Shape;180;p4"/>
          <p:cNvSpPr txBox="1"/>
          <p:nvPr>
            <p:ph type="title"/>
          </p:nvPr>
        </p:nvSpPr>
        <p:spPr>
          <a:xfrm>
            <a:off x="1295400" y="2541573"/>
            <a:ext cx="9601200" cy="2743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Arial"/>
              <a:buNone/>
              <a:defRPr sz="6000" cap="none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4"/>
          <p:cNvSpPr txBox="1"/>
          <p:nvPr>
            <p:ph idx="1" type="body"/>
          </p:nvPr>
        </p:nvSpPr>
        <p:spPr>
          <a:xfrm>
            <a:off x="1295400" y="5431536"/>
            <a:ext cx="9601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0" sz="20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sz="2000"/>
            </a:lvl2pPr>
            <a:lvl3pPr indent="-228600" lvl="2" marL="1371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sz="1800"/>
            </a:lvl3pPr>
            <a:lvl4pPr indent="-228600" lvl="3" marL="18288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600"/>
              <a:buNone/>
              <a:defRPr sz="1600"/>
            </a:lvl4pPr>
            <a:lvl5pPr indent="-228600" lvl="4" marL="2286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5pPr>
            <a:lvl6pPr indent="-2286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6pPr>
            <a:lvl7pPr indent="-228600" lvl="6" marL="3200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7pPr>
            <a:lvl8pPr indent="-228600" lvl="7" marL="3657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8pPr>
            <a:lvl9pPr indent="-228600" lvl="8" marL="41148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cxnSp>
        <p:nvCxnSpPr>
          <p:cNvPr id="182" name="Google Shape;182;p4"/>
          <p:cNvCxnSpPr/>
          <p:nvPr/>
        </p:nvCxnSpPr>
        <p:spPr>
          <a:xfrm>
            <a:off x="1295400" y="5294175"/>
            <a:ext cx="9601200" cy="0"/>
          </a:xfrm>
          <a:prstGeom prst="straightConnector1">
            <a:avLst/>
          </a:prstGeom>
          <a:noFill/>
          <a:ln cap="flat" cmpd="sng" w="1270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"/>
          <p:cNvSpPr txBox="1"/>
          <p:nvPr>
            <p:ph type="title"/>
          </p:nvPr>
        </p:nvSpPr>
        <p:spPr>
          <a:xfrm>
            <a:off x="1295400" y="503853"/>
            <a:ext cx="9601200" cy="114238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6E8B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5" name="Google Shape;185;p5"/>
          <p:cNvSpPr txBox="1"/>
          <p:nvPr>
            <p:ph idx="1" type="body"/>
          </p:nvPr>
        </p:nvSpPr>
        <p:spPr>
          <a:xfrm>
            <a:off x="1295400" y="1981199"/>
            <a:ext cx="4572000" cy="38100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2000"/>
              <a:buChar char="▪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▪"/>
              <a:defRPr sz="1800"/>
            </a:lvl2pPr>
            <a:lvl3pPr indent="-330200" lvl="2" marL="1371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▪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▪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6pPr>
            <a:lvl7pPr indent="-342900" lvl="6" marL="3200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7pPr>
            <a:lvl8pPr indent="-342900" lvl="7" marL="3657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8pPr>
            <a:lvl9pPr indent="-228600" lvl="8" marL="41148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86" name="Google Shape;186;p5"/>
          <p:cNvSpPr txBox="1"/>
          <p:nvPr>
            <p:ph idx="2" type="body"/>
          </p:nvPr>
        </p:nvSpPr>
        <p:spPr>
          <a:xfrm>
            <a:off x="6324600" y="1981199"/>
            <a:ext cx="4572000" cy="38100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2000"/>
              <a:buChar char="▪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▪"/>
              <a:defRPr sz="1800"/>
            </a:lvl2pPr>
            <a:lvl3pPr indent="-330200" lvl="2" marL="1371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▪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▪"/>
              <a:defRPr sz="1400"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6pPr>
            <a:lvl7pPr indent="-342900" lvl="6" marL="3200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7pPr>
            <a:lvl8pPr indent="-342900" lvl="7" marL="3657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 sz="1800"/>
            </a:lvl8pPr>
            <a:lvl9pPr indent="-228600" lvl="8" marL="41148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87" name="Google Shape;187;p5"/>
          <p:cNvSpPr txBox="1"/>
          <p:nvPr>
            <p:ph idx="11" type="ftr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8" name="Google Shape;188;p5"/>
          <p:cNvSpPr txBox="1"/>
          <p:nvPr>
            <p:ph idx="10" type="dt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5"/>
          <p:cNvSpPr txBox="1"/>
          <p:nvPr>
            <p:ph idx="12" type="sldNum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6"/>
          <p:cNvSpPr txBox="1"/>
          <p:nvPr>
            <p:ph type="title"/>
          </p:nvPr>
        </p:nvSpPr>
        <p:spPr>
          <a:xfrm>
            <a:off x="1295400" y="503853"/>
            <a:ext cx="9601200" cy="114238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6E8B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p6"/>
          <p:cNvSpPr txBox="1"/>
          <p:nvPr>
            <p:ph idx="1" type="body"/>
          </p:nvPr>
        </p:nvSpPr>
        <p:spPr>
          <a:xfrm>
            <a:off x="1295400" y="1818322"/>
            <a:ext cx="4572000" cy="641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0" sz="20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193" name="Google Shape;193;p6"/>
          <p:cNvSpPr txBox="1"/>
          <p:nvPr>
            <p:ph idx="2" type="body"/>
          </p:nvPr>
        </p:nvSpPr>
        <p:spPr>
          <a:xfrm>
            <a:off x="1295400" y="2503713"/>
            <a:ext cx="4572000" cy="32874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2000"/>
              <a:buChar char="▪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▪"/>
              <a:defRPr sz="1800"/>
            </a:lvl2pPr>
            <a:lvl3pPr indent="-330200" lvl="2" marL="1371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▪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▪"/>
              <a:defRPr sz="1400"/>
            </a:lvl5pPr>
            <a:lvl6pPr indent="-3302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8pPr>
            <a:lvl9pPr indent="-228600" lvl="8" marL="41148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94" name="Google Shape;194;p6"/>
          <p:cNvSpPr txBox="1"/>
          <p:nvPr>
            <p:ph idx="3" type="body"/>
          </p:nvPr>
        </p:nvSpPr>
        <p:spPr>
          <a:xfrm>
            <a:off x="6324600" y="1818322"/>
            <a:ext cx="4572000" cy="6413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0" sz="2000">
                <a:solidFill>
                  <a:schemeClr val="accen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195" name="Google Shape;195;p6"/>
          <p:cNvSpPr txBox="1"/>
          <p:nvPr>
            <p:ph idx="4" type="body"/>
          </p:nvPr>
        </p:nvSpPr>
        <p:spPr>
          <a:xfrm>
            <a:off x="6324600" y="2503713"/>
            <a:ext cx="4572000" cy="32874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2000"/>
              <a:buChar char="▪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▪"/>
              <a:defRPr sz="1800"/>
            </a:lvl2pPr>
            <a:lvl3pPr indent="-330200" lvl="2" marL="1371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▪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▪"/>
              <a:defRPr sz="1400"/>
            </a:lvl5pPr>
            <a:lvl6pPr indent="-3302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▪"/>
              <a:defRPr sz="1600"/>
            </a:lvl8pPr>
            <a:lvl9pPr indent="-228600" lvl="8" marL="41148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96" name="Google Shape;196;p6"/>
          <p:cNvSpPr txBox="1"/>
          <p:nvPr>
            <p:ph idx="11" type="ftr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7" name="Google Shape;197;p6"/>
          <p:cNvSpPr txBox="1"/>
          <p:nvPr>
            <p:ph idx="10" type="dt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6"/>
          <p:cNvSpPr txBox="1"/>
          <p:nvPr>
            <p:ph idx="12" type="sldNum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"/>
          <p:cNvSpPr txBox="1"/>
          <p:nvPr>
            <p:ph type="title"/>
          </p:nvPr>
        </p:nvSpPr>
        <p:spPr>
          <a:xfrm>
            <a:off x="1295400" y="503853"/>
            <a:ext cx="9601200" cy="114238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6E8B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7"/>
          <p:cNvSpPr txBox="1"/>
          <p:nvPr>
            <p:ph idx="11" type="ftr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2" name="Google Shape;202;p7"/>
          <p:cNvSpPr txBox="1"/>
          <p:nvPr>
            <p:ph idx="10" type="dt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3" name="Google Shape;203;p7"/>
          <p:cNvSpPr txBox="1"/>
          <p:nvPr>
            <p:ph idx="12" type="sldNum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5" name="Google Shape;205;p8"/>
          <p:cNvGrpSpPr/>
          <p:nvPr/>
        </p:nvGrpSpPr>
        <p:grpSpPr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206" name="Google Shape;206;p8"/>
            <p:cNvCxnSpPr/>
            <p:nvPr/>
          </p:nvCxnSpPr>
          <p:spPr>
            <a:xfrm>
              <a:off x="610194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7" name="Google Shape;207;p8"/>
            <p:cNvCxnSpPr/>
            <p:nvPr/>
          </p:nvCxnSpPr>
          <p:spPr>
            <a:xfrm>
              <a:off x="1829332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8" name="Google Shape;208;p8"/>
            <p:cNvCxnSpPr/>
            <p:nvPr/>
          </p:nvCxnSpPr>
          <p:spPr>
            <a:xfrm>
              <a:off x="3048470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9" name="Google Shape;209;p8"/>
            <p:cNvCxnSpPr/>
            <p:nvPr/>
          </p:nvCxnSpPr>
          <p:spPr>
            <a:xfrm>
              <a:off x="4267608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0" name="Google Shape;210;p8"/>
            <p:cNvCxnSpPr/>
            <p:nvPr/>
          </p:nvCxnSpPr>
          <p:spPr>
            <a:xfrm>
              <a:off x="5486746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1" name="Google Shape;211;p8"/>
            <p:cNvCxnSpPr/>
            <p:nvPr/>
          </p:nvCxnSpPr>
          <p:spPr>
            <a:xfrm>
              <a:off x="6705884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2" name="Google Shape;212;p8"/>
            <p:cNvCxnSpPr/>
            <p:nvPr/>
          </p:nvCxnSpPr>
          <p:spPr>
            <a:xfrm>
              <a:off x="7925022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3" name="Google Shape;213;p8"/>
            <p:cNvCxnSpPr/>
            <p:nvPr/>
          </p:nvCxnSpPr>
          <p:spPr>
            <a:xfrm>
              <a:off x="9144160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4" name="Google Shape;214;p8"/>
            <p:cNvCxnSpPr/>
            <p:nvPr/>
          </p:nvCxnSpPr>
          <p:spPr>
            <a:xfrm>
              <a:off x="10363298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5" name="Google Shape;215;p8"/>
            <p:cNvCxnSpPr/>
            <p:nvPr/>
          </p:nvCxnSpPr>
          <p:spPr>
            <a:xfrm>
              <a:off x="11582436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6" name="Google Shape;216;p8"/>
            <p:cNvCxnSpPr/>
            <p:nvPr/>
          </p:nvCxnSpPr>
          <p:spPr>
            <a:xfrm>
              <a:off x="2819" y="386485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7" name="Google Shape;217;p8"/>
            <p:cNvCxnSpPr/>
            <p:nvPr/>
          </p:nvCxnSpPr>
          <p:spPr>
            <a:xfrm>
              <a:off x="2819" y="1611181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8" name="Google Shape;218;p8"/>
            <p:cNvCxnSpPr/>
            <p:nvPr/>
          </p:nvCxnSpPr>
          <p:spPr>
            <a:xfrm>
              <a:off x="2819" y="2835877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9" name="Google Shape;219;p8"/>
            <p:cNvCxnSpPr/>
            <p:nvPr/>
          </p:nvCxnSpPr>
          <p:spPr>
            <a:xfrm>
              <a:off x="2819" y="4060573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0" name="Google Shape;220;p8"/>
            <p:cNvCxnSpPr/>
            <p:nvPr/>
          </p:nvCxnSpPr>
          <p:spPr>
            <a:xfrm>
              <a:off x="2819" y="5285269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1" name="Google Shape;221;p8"/>
            <p:cNvCxnSpPr/>
            <p:nvPr/>
          </p:nvCxnSpPr>
          <p:spPr>
            <a:xfrm>
              <a:off x="2819" y="6509965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30196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grpSp>
          <p:nvGrpSpPr>
            <p:cNvPr id="222" name="Google Shape;222;p8"/>
            <p:cNvGrpSpPr/>
            <p:nvPr/>
          </p:nvGrpSpPr>
          <p:grpSpPr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223" name="Google Shape;223;p8"/>
              <p:cNvCxnSpPr/>
              <p:nvPr/>
            </p:nvCxnSpPr>
            <p:spPr>
              <a:xfrm>
                <a:off x="225425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24" name="Google Shape;224;p8"/>
              <p:cNvCxnSpPr/>
              <p:nvPr/>
            </p:nvCxnSpPr>
            <p:spPr>
              <a:xfrm>
                <a:off x="144915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25" name="Google Shape;225;p8"/>
              <p:cNvCxnSpPr/>
              <p:nvPr/>
            </p:nvCxnSpPr>
            <p:spPr>
              <a:xfrm>
                <a:off x="266598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26" name="Google Shape;226;p8"/>
              <p:cNvCxnSpPr/>
              <p:nvPr/>
            </p:nvCxnSpPr>
            <p:spPr>
              <a:xfrm>
                <a:off x="3885119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27" name="Google Shape;227;p8"/>
              <p:cNvCxnSpPr/>
              <p:nvPr/>
            </p:nvCxnSpPr>
            <p:spPr>
              <a:xfrm>
                <a:off x="510650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grpSp>
            <p:nvGrpSpPr>
              <p:cNvPr id="228" name="Google Shape;228;p8"/>
              <p:cNvGrpSpPr/>
              <p:nvPr/>
            </p:nvGrpSpPr>
            <p:grpSpPr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229" name="Google Shape;229;p8"/>
                <p:cNvCxnSpPr/>
                <p:nvPr/>
              </p:nvCxnSpPr>
              <p:spPr>
                <a:xfrm>
                  <a:off x="6327885" y="0"/>
                  <a:ext cx="5864115" cy="5898673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0196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230" name="Google Shape;230;p8"/>
                <p:cNvCxnSpPr/>
                <p:nvPr/>
              </p:nvCxnSpPr>
              <p:spPr>
                <a:xfrm>
                  <a:off x="7549268" y="0"/>
                  <a:ext cx="4642732" cy="4672425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0196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231" name="Google Shape;231;p8"/>
                <p:cNvCxnSpPr/>
                <p:nvPr/>
              </p:nvCxnSpPr>
              <p:spPr>
                <a:xfrm>
                  <a:off x="8772997" y="0"/>
                  <a:ext cx="3419003" cy="345674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0196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232" name="Google Shape;232;p8"/>
                <p:cNvCxnSpPr/>
                <p:nvPr/>
              </p:nvCxnSpPr>
              <p:spPr>
                <a:xfrm>
                  <a:off x="9982200" y="0"/>
                  <a:ext cx="2209800" cy="222646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0196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233" name="Google Shape;233;p8"/>
                <p:cNvCxnSpPr/>
                <p:nvPr/>
              </p:nvCxnSpPr>
              <p:spPr>
                <a:xfrm>
                  <a:off x="11199019" y="0"/>
                  <a:ext cx="992981" cy="1002506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0196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</p:grpSp>
          <p:cxnSp>
            <p:nvCxnSpPr>
              <p:cNvPr id="234" name="Google Shape;234;p8"/>
              <p:cNvCxnSpPr/>
              <p:nvPr/>
            </p:nvCxnSpPr>
            <p:spPr>
              <a:xfrm rot="10800000">
                <a:off x="-1" y="1012053"/>
                <a:ext cx="5828811" cy="58459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35" name="Google Shape;235;p8"/>
              <p:cNvCxnSpPr/>
              <p:nvPr/>
            </p:nvCxnSpPr>
            <p:spPr>
              <a:xfrm rot="10800000">
                <a:off x="-1" y="2227340"/>
                <a:ext cx="4614781" cy="4630658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36" name="Google Shape;236;p8"/>
              <p:cNvCxnSpPr/>
              <p:nvPr/>
            </p:nvCxnSpPr>
            <p:spPr>
              <a:xfrm rot="10800000">
                <a:off x="-1" y="3432149"/>
                <a:ext cx="3398419" cy="3425849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37" name="Google Shape;237;p8"/>
              <p:cNvCxnSpPr/>
              <p:nvPr/>
            </p:nvCxnSpPr>
            <p:spPr>
              <a:xfrm rot="10800000">
                <a:off x="-1" y="4651431"/>
                <a:ext cx="2196496" cy="2206567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38" name="Google Shape;238;p8"/>
              <p:cNvCxnSpPr/>
              <p:nvPr/>
            </p:nvCxnSpPr>
            <p:spPr>
              <a:xfrm rot="10800000">
                <a:off x="-1" y="5864453"/>
                <a:ext cx="987003" cy="9935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</p:grpSp>
        <p:grpSp>
          <p:nvGrpSpPr>
            <p:cNvPr id="239" name="Google Shape;239;p8"/>
            <p:cNvGrpSpPr/>
            <p:nvPr/>
          </p:nvGrpSpPr>
          <p:grpSpPr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40" name="Google Shape;240;p8"/>
              <p:cNvCxnSpPr/>
              <p:nvPr/>
            </p:nvCxnSpPr>
            <p:spPr>
              <a:xfrm>
                <a:off x="225425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41" name="Google Shape;241;p8"/>
              <p:cNvCxnSpPr/>
              <p:nvPr/>
            </p:nvCxnSpPr>
            <p:spPr>
              <a:xfrm>
                <a:off x="144915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42" name="Google Shape;242;p8"/>
              <p:cNvCxnSpPr/>
              <p:nvPr/>
            </p:nvCxnSpPr>
            <p:spPr>
              <a:xfrm>
                <a:off x="266598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43" name="Google Shape;243;p8"/>
              <p:cNvCxnSpPr/>
              <p:nvPr/>
            </p:nvCxnSpPr>
            <p:spPr>
              <a:xfrm>
                <a:off x="3885119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44" name="Google Shape;244;p8"/>
              <p:cNvCxnSpPr/>
              <p:nvPr/>
            </p:nvCxnSpPr>
            <p:spPr>
              <a:xfrm>
                <a:off x="510650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grpSp>
            <p:nvGrpSpPr>
              <p:cNvPr id="245" name="Google Shape;245;p8"/>
              <p:cNvGrpSpPr/>
              <p:nvPr/>
            </p:nvGrpSpPr>
            <p:grpSpPr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246" name="Google Shape;246;p8"/>
                <p:cNvCxnSpPr/>
                <p:nvPr/>
              </p:nvCxnSpPr>
              <p:spPr>
                <a:xfrm>
                  <a:off x="6327885" y="0"/>
                  <a:ext cx="5864115" cy="5898673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0196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247" name="Google Shape;247;p8"/>
                <p:cNvCxnSpPr/>
                <p:nvPr/>
              </p:nvCxnSpPr>
              <p:spPr>
                <a:xfrm>
                  <a:off x="7549268" y="0"/>
                  <a:ext cx="4642732" cy="4672425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0196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248" name="Google Shape;248;p8"/>
                <p:cNvCxnSpPr/>
                <p:nvPr/>
              </p:nvCxnSpPr>
              <p:spPr>
                <a:xfrm>
                  <a:off x="8772997" y="0"/>
                  <a:ext cx="3419003" cy="345674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0196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249" name="Google Shape;249;p8"/>
                <p:cNvCxnSpPr/>
                <p:nvPr/>
              </p:nvCxnSpPr>
              <p:spPr>
                <a:xfrm>
                  <a:off x="9982200" y="0"/>
                  <a:ext cx="2209800" cy="222646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0196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250" name="Google Shape;250;p8"/>
                <p:cNvCxnSpPr/>
                <p:nvPr/>
              </p:nvCxnSpPr>
              <p:spPr>
                <a:xfrm>
                  <a:off x="11199019" y="0"/>
                  <a:ext cx="992981" cy="1002506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30196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</p:grpSp>
          <p:cxnSp>
            <p:nvCxnSpPr>
              <p:cNvPr id="251" name="Google Shape;251;p8"/>
              <p:cNvCxnSpPr/>
              <p:nvPr/>
            </p:nvCxnSpPr>
            <p:spPr>
              <a:xfrm rot="10800000">
                <a:off x="-1" y="1012053"/>
                <a:ext cx="5828811" cy="58459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8"/>
              <p:cNvCxnSpPr/>
              <p:nvPr/>
            </p:nvCxnSpPr>
            <p:spPr>
              <a:xfrm rot="10800000">
                <a:off x="-1" y="2227340"/>
                <a:ext cx="4614781" cy="4630658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8"/>
              <p:cNvCxnSpPr/>
              <p:nvPr/>
            </p:nvCxnSpPr>
            <p:spPr>
              <a:xfrm rot="10800000">
                <a:off x="-1" y="3432149"/>
                <a:ext cx="3398419" cy="3425849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54" name="Google Shape;254;p8"/>
              <p:cNvCxnSpPr/>
              <p:nvPr/>
            </p:nvCxnSpPr>
            <p:spPr>
              <a:xfrm rot="10800000">
                <a:off x="-1" y="4651431"/>
                <a:ext cx="2196496" cy="2206567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55" name="Google Shape;255;p8"/>
              <p:cNvCxnSpPr/>
              <p:nvPr/>
            </p:nvCxnSpPr>
            <p:spPr>
              <a:xfrm rot="10800000">
                <a:off x="-1" y="5864453"/>
                <a:ext cx="987003" cy="9935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30196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</p:grpSp>
      </p:grpSp>
      <p:sp>
        <p:nvSpPr>
          <p:cNvPr id="256" name="Google Shape;256;p8"/>
          <p:cNvSpPr txBox="1"/>
          <p:nvPr>
            <p:ph idx="11" type="ftr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8"/>
          <p:cNvSpPr txBox="1"/>
          <p:nvPr>
            <p:ph idx="10" type="dt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8" name="Google Shape;258;p8"/>
          <p:cNvSpPr txBox="1"/>
          <p:nvPr>
            <p:ph idx="12" type="sldNum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showMasterSp="0" type="objTx">
  <p:cSld name="OBJECT_WITH_CAPTION_TEXT">
    <p:bg>
      <p:bgPr>
        <a:gradFill>
          <a:gsLst>
            <a:gs pos="0">
              <a:schemeClr val="accent1"/>
            </a:gs>
            <a:gs pos="100000">
              <a:srgbClr val="297694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0" name="Google Shape;260;p9"/>
          <p:cNvGrpSpPr/>
          <p:nvPr/>
        </p:nvGrpSpPr>
        <p:grpSpPr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261" name="Google Shape;261;p9"/>
            <p:cNvCxnSpPr/>
            <p:nvPr/>
          </p:nvCxnSpPr>
          <p:spPr>
            <a:xfrm>
              <a:off x="610194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2" name="Google Shape;262;p9"/>
            <p:cNvCxnSpPr/>
            <p:nvPr/>
          </p:nvCxnSpPr>
          <p:spPr>
            <a:xfrm>
              <a:off x="1829332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3" name="Google Shape;263;p9"/>
            <p:cNvCxnSpPr/>
            <p:nvPr/>
          </p:nvCxnSpPr>
          <p:spPr>
            <a:xfrm>
              <a:off x="3048470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4" name="Google Shape;264;p9"/>
            <p:cNvCxnSpPr/>
            <p:nvPr/>
          </p:nvCxnSpPr>
          <p:spPr>
            <a:xfrm>
              <a:off x="4267608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5" name="Google Shape;265;p9"/>
            <p:cNvCxnSpPr/>
            <p:nvPr/>
          </p:nvCxnSpPr>
          <p:spPr>
            <a:xfrm>
              <a:off x="5486746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6" name="Google Shape;266;p9"/>
            <p:cNvCxnSpPr/>
            <p:nvPr/>
          </p:nvCxnSpPr>
          <p:spPr>
            <a:xfrm>
              <a:off x="6705884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7" name="Google Shape;267;p9"/>
            <p:cNvCxnSpPr/>
            <p:nvPr/>
          </p:nvCxnSpPr>
          <p:spPr>
            <a:xfrm>
              <a:off x="7925022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8" name="Google Shape;268;p9"/>
            <p:cNvCxnSpPr/>
            <p:nvPr/>
          </p:nvCxnSpPr>
          <p:spPr>
            <a:xfrm>
              <a:off x="9144160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9" name="Google Shape;269;p9"/>
            <p:cNvCxnSpPr/>
            <p:nvPr/>
          </p:nvCxnSpPr>
          <p:spPr>
            <a:xfrm>
              <a:off x="10363298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0" name="Google Shape;270;p9"/>
            <p:cNvCxnSpPr/>
            <p:nvPr/>
          </p:nvCxnSpPr>
          <p:spPr>
            <a:xfrm>
              <a:off x="11582436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1" name="Google Shape;271;p9"/>
            <p:cNvCxnSpPr/>
            <p:nvPr/>
          </p:nvCxnSpPr>
          <p:spPr>
            <a:xfrm>
              <a:off x="2819" y="386485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2" name="Google Shape;272;p9"/>
            <p:cNvCxnSpPr/>
            <p:nvPr/>
          </p:nvCxnSpPr>
          <p:spPr>
            <a:xfrm>
              <a:off x="2819" y="1611181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3" name="Google Shape;273;p9"/>
            <p:cNvCxnSpPr/>
            <p:nvPr/>
          </p:nvCxnSpPr>
          <p:spPr>
            <a:xfrm>
              <a:off x="2819" y="2835877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4" name="Google Shape;274;p9"/>
            <p:cNvCxnSpPr/>
            <p:nvPr/>
          </p:nvCxnSpPr>
          <p:spPr>
            <a:xfrm>
              <a:off x="2819" y="4060573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5" name="Google Shape;275;p9"/>
            <p:cNvCxnSpPr/>
            <p:nvPr/>
          </p:nvCxnSpPr>
          <p:spPr>
            <a:xfrm>
              <a:off x="2819" y="5285269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76" name="Google Shape;276;p9"/>
            <p:cNvCxnSpPr/>
            <p:nvPr/>
          </p:nvCxnSpPr>
          <p:spPr>
            <a:xfrm>
              <a:off x="2819" y="6509965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grpSp>
          <p:nvGrpSpPr>
            <p:cNvPr id="277" name="Google Shape;277;p9"/>
            <p:cNvGrpSpPr/>
            <p:nvPr/>
          </p:nvGrpSpPr>
          <p:grpSpPr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278" name="Google Shape;278;p9"/>
              <p:cNvCxnSpPr/>
              <p:nvPr/>
            </p:nvCxnSpPr>
            <p:spPr>
              <a:xfrm>
                <a:off x="225425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9"/>
              <p:cNvCxnSpPr/>
              <p:nvPr/>
            </p:nvCxnSpPr>
            <p:spPr>
              <a:xfrm>
                <a:off x="144915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80" name="Google Shape;280;p9"/>
              <p:cNvCxnSpPr/>
              <p:nvPr/>
            </p:nvCxnSpPr>
            <p:spPr>
              <a:xfrm>
                <a:off x="266598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81" name="Google Shape;281;p9"/>
              <p:cNvCxnSpPr/>
              <p:nvPr/>
            </p:nvCxnSpPr>
            <p:spPr>
              <a:xfrm>
                <a:off x="3885119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82" name="Google Shape;282;p9"/>
              <p:cNvCxnSpPr/>
              <p:nvPr/>
            </p:nvCxnSpPr>
            <p:spPr>
              <a:xfrm>
                <a:off x="510650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grpSp>
            <p:nvGrpSpPr>
              <p:cNvPr id="283" name="Google Shape;283;p9"/>
              <p:cNvGrpSpPr/>
              <p:nvPr/>
            </p:nvGrpSpPr>
            <p:grpSpPr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284" name="Google Shape;284;p9"/>
                <p:cNvCxnSpPr/>
                <p:nvPr/>
              </p:nvCxnSpPr>
              <p:spPr>
                <a:xfrm>
                  <a:off x="6327885" y="0"/>
                  <a:ext cx="5864115" cy="5898673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285" name="Google Shape;285;p9"/>
                <p:cNvCxnSpPr/>
                <p:nvPr/>
              </p:nvCxnSpPr>
              <p:spPr>
                <a:xfrm>
                  <a:off x="7549268" y="0"/>
                  <a:ext cx="4642732" cy="4672425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286" name="Google Shape;286;p9"/>
                <p:cNvCxnSpPr/>
                <p:nvPr/>
              </p:nvCxnSpPr>
              <p:spPr>
                <a:xfrm>
                  <a:off x="8772997" y="0"/>
                  <a:ext cx="3419003" cy="345674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287" name="Google Shape;287;p9"/>
                <p:cNvCxnSpPr/>
                <p:nvPr/>
              </p:nvCxnSpPr>
              <p:spPr>
                <a:xfrm>
                  <a:off x="9982200" y="0"/>
                  <a:ext cx="2209800" cy="222646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288" name="Google Shape;288;p9"/>
                <p:cNvCxnSpPr/>
                <p:nvPr/>
              </p:nvCxnSpPr>
              <p:spPr>
                <a:xfrm>
                  <a:off x="11199019" y="0"/>
                  <a:ext cx="992981" cy="1002506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</p:grpSp>
          <p:cxnSp>
            <p:nvCxnSpPr>
              <p:cNvPr id="289" name="Google Shape;289;p9"/>
              <p:cNvCxnSpPr/>
              <p:nvPr/>
            </p:nvCxnSpPr>
            <p:spPr>
              <a:xfrm rot="10800000">
                <a:off x="-1" y="1012053"/>
                <a:ext cx="5828811" cy="58459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9"/>
              <p:cNvCxnSpPr/>
              <p:nvPr/>
            </p:nvCxnSpPr>
            <p:spPr>
              <a:xfrm rot="10800000">
                <a:off x="-1" y="2227340"/>
                <a:ext cx="4614781" cy="4630658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91" name="Google Shape;291;p9"/>
              <p:cNvCxnSpPr/>
              <p:nvPr/>
            </p:nvCxnSpPr>
            <p:spPr>
              <a:xfrm rot="10800000">
                <a:off x="-1" y="3432149"/>
                <a:ext cx="3398419" cy="3425849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92" name="Google Shape;292;p9"/>
              <p:cNvCxnSpPr/>
              <p:nvPr/>
            </p:nvCxnSpPr>
            <p:spPr>
              <a:xfrm rot="10800000">
                <a:off x="-1" y="4651431"/>
                <a:ext cx="2196496" cy="2206567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93" name="Google Shape;293;p9"/>
              <p:cNvCxnSpPr/>
              <p:nvPr/>
            </p:nvCxnSpPr>
            <p:spPr>
              <a:xfrm rot="10800000">
                <a:off x="-1" y="5864453"/>
                <a:ext cx="987003" cy="9935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</p:grpSp>
        <p:grpSp>
          <p:nvGrpSpPr>
            <p:cNvPr id="294" name="Google Shape;294;p9"/>
            <p:cNvGrpSpPr/>
            <p:nvPr/>
          </p:nvGrpSpPr>
          <p:grpSpPr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295" name="Google Shape;295;p9"/>
              <p:cNvCxnSpPr/>
              <p:nvPr/>
            </p:nvCxnSpPr>
            <p:spPr>
              <a:xfrm>
                <a:off x="225425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96" name="Google Shape;296;p9"/>
              <p:cNvCxnSpPr/>
              <p:nvPr/>
            </p:nvCxnSpPr>
            <p:spPr>
              <a:xfrm>
                <a:off x="144915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97" name="Google Shape;297;p9"/>
              <p:cNvCxnSpPr/>
              <p:nvPr/>
            </p:nvCxnSpPr>
            <p:spPr>
              <a:xfrm>
                <a:off x="266598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9"/>
              <p:cNvCxnSpPr/>
              <p:nvPr/>
            </p:nvCxnSpPr>
            <p:spPr>
              <a:xfrm>
                <a:off x="3885119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9"/>
              <p:cNvCxnSpPr/>
              <p:nvPr/>
            </p:nvCxnSpPr>
            <p:spPr>
              <a:xfrm>
                <a:off x="515064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grpSp>
            <p:nvGrpSpPr>
              <p:cNvPr id="300" name="Google Shape;300;p9"/>
              <p:cNvGrpSpPr/>
              <p:nvPr/>
            </p:nvGrpSpPr>
            <p:grpSpPr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01" name="Google Shape;301;p9"/>
                <p:cNvCxnSpPr/>
                <p:nvPr/>
              </p:nvCxnSpPr>
              <p:spPr>
                <a:xfrm>
                  <a:off x="6327885" y="0"/>
                  <a:ext cx="5864115" cy="5898673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02" name="Google Shape;302;p9"/>
                <p:cNvCxnSpPr/>
                <p:nvPr/>
              </p:nvCxnSpPr>
              <p:spPr>
                <a:xfrm>
                  <a:off x="7549268" y="0"/>
                  <a:ext cx="4642732" cy="4672425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03" name="Google Shape;303;p9"/>
                <p:cNvCxnSpPr/>
                <p:nvPr/>
              </p:nvCxnSpPr>
              <p:spPr>
                <a:xfrm>
                  <a:off x="8772997" y="0"/>
                  <a:ext cx="3419003" cy="345674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04" name="Google Shape;304;p9"/>
                <p:cNvCxnSpPr/>
                <p:nvPr/>
              </p:nvCxnSpPr>
              <p:spPr>
                <a:xfrm>
                  <a:off x="9982200" y="0"/>
                  <a:ext cx="2209800" cy="222646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05" name="Google Shape;305;p9"/>
                <p:cNvCxnSpPr/>
                <p:nvPr/>
              </p:nvCxnSpPr>
              <p:spPr>
                <a:xfrm>
                  <a:off x="11199019" y="0"/>
                  <a:ext cx="992981" cy="1002506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</p:grpSp>
          <p:cxnSp>
            <p:nvCxnSpPr>
              <p:cNvPr id="306" name="Google Shape;306;p9"/>
              <p:cNvCxnSpPr/>
              <p:nvPr/>
            </p:nvCxnSpPr>
            <p:spPr>
              <a:xfrm rot="10800000">
                <a:off x="-1" y="1012053"/>
                <a:ext cx="5828811" cy="58459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07" name="Google Shape;307;p9"/>
              <p:cNvCxnSpPr/>
              <p:nvPr/>
            </p:nvCxnSpPr>
            <p:spPr>
              <a:xfrm rot="10800000">
                <a:off x="-1" y="2227340"/>
                <a:ext cx="4614781" cy="4630658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08" name="Google Shape;308;p9"/>
              <p:cNvCxnSpPr/>
              <p:nvPr/>
            </p:nvCxnSpPr>
            <p:spPr>
              <a:xfrm rot="10800000">
                <a:off x="-1" y="3432149"/>
                <a:ext cx="3398419" cy="3425849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09" name="Google Shape;309;p9"/>
              <p:cNvCxnSpPr/>
              <p:nvPr/>
            </p:nvCxnSpPr>
            <p:spPr>
              <a:xfrm rot="10800000">
                <a:off x="-1" y="4651431"/>
                <a:ext cx="2196496" cy="2206567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10" name="Google Shape;310;p9"/>
              <p:cNvCxnSpPr/>
              <p:nvPr/>
            </p:nvCxnSpPr>
            <p:spPr>
              <a:xfrm rot="10800000">
                <a:off x="-1" y="5864453"/>
                <a:ext cx="987003" cy="9935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</p:grpSp>
      </p:grpSp>
      <p:sp>
        <p:nvSpPr>
          <p:cNvPr id="311" name="Google Shape;311;p9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0">
                <a:schemeClr val="lt1"/>
              </a:gs>
              <a:gs pos="69000">
                <a:schemeClr val="lt1"/>
              </a:gs>
              <a:gs pos="100000">
                <a:srgbClr val="F2F2F2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2" name="Google Shape;312;p9"/>
          <p:cNvSpPr txBox="1"/>
          <p:nvPr>
            <p:ph type="title"/>
          </p:nvPr>
        </p:nvSpPr>
        <p:spPr>
          <a:xfrm>
            <a:off x="7913152" y="571500"/>
            <a:ext cx="3657600" cy="2197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Arial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3" name="Google Shape;313;p9"/>
          <p:cNvSpPr txBox="1"/>
          <p:nvPr>
            <p:ph idx="1" type="body"/>
          </p:nvPr>
        </p:nvSpPr>
        <p:spPr>
          <a:xfrm>
            <a:off x="543197" y="571500"/>
            <a:ext cx="6217920" cy="571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2000"/>
              <a:buChar char="▪"/>
              <a:defRPr sz="2000"/>
            </a:lvl1pPr>
            <a:lvl2pPr indent="-3429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▪"/>
              <a:defRPr sz="1800"/>
            </a:lvl2pPr>
            <a:lvl3pPr indent="-330200" lvl="2" marL="1371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600"/>
              <a:buChar char="▪"/>
              <a:defRPr sz="1600"/>
            </a:lvl3pPr>
            <a:lvl4pPr indent="-317500" lvl="3" marL="18288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400"/>
              <a:buChar char="▪"/>
              <a:defRPr sz="1400"/>
            </a:lvl4pPr>
            <a:lvl5pPr indent="-317500" lvl="4" marL="2286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▪"/>
              <a:defRPr sz="1400"/>
            </a:lvl5pPr>
            <a:lvl6pPr indent="-3556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▪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▪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▪"/>
              <a:defRPr sz="2000"/>
            </a:lvl8pPr>
            <a:lvl9pPr indent="-228600" lvl="8" marL="41148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314" name="Google Shape;314;p9"/>
          <p:cNvSpPr txBox="1"/>
          <p:nvPr>
            <p:ph idx="2" type="body"/>
          </p:nvPr>
        </p:nvSpPr>
        <p:spPr>
          <a:xfrm>
            <a:off x="7913152" y="2995012"/>
            <a:ext cx="3657600" cy="22859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cxnSp>
        <p:nvCxnSpPr>
          <p:cNvPr id="315" name="Google Shape;315;p9"/>
          <p:cNvCxnSpPr/>
          <p:nvPr/>
        </p:nvCxnSpPr>
        <p:spPr>
          <a:xfrm>
            <a:off x="7923089" y="2895600"/>
            <a:ext cx="3659311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16" name="Google Shape;316;p9"/>
          <p:cNvSpPr txBox="1"/>
          <p:nvPr>
            <p:ph idx="11" type="ftr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7" name="Google Shape;317;p9"/>
          <p:cNvSpPr txBox="1"/>
          <p:nvPr>
            <p:ph idx="10" type="dt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8" name="Google Shape;318;p9"/>
          <p:cNvSpPr txBox="1"/>
          <p:nvPr>
            <p:ph idx="12" type="sldNum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r">
              <a:spcBef>
                <a:spcPts val="0"/>
              </a:spcBef>
              <a:buNone/>
              <a:defRPr sz="11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bg>
      <p:bgPr>
        <a:gradFill>
          <a:gsLst>
            <a:gs pos="0">
              <a:schemeClr val="accent1"/>
            </a:gs>
            <a:gs pos="100000">
              <a:srgbClr val="297694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0" name="Google Shape;320;p10"/>
          <p:cNvGrpSpPr/>
          <p:nvPr/>
        </p:nvGrpSpPr>
        <p:grpSpPr>
          <a:xfrm>
            <a:off x="-1" y="0"/>
            <a:ext cx="12192002" cy="6858000"/>
            <a:chOff x="-1" y="0"/>
            <a:chExt cx="12192002" cy="6858000"/>
          </a:xfrm>
        </p:grpSpPr>
        <p:cxnSp>
          <p:nvCxnSpPr>
            <p:cNvPr id="321" name="Google Shape;321;p10"/>
            <p:cNvCxnSpPr/>
            <p:nvPr/>
          </p:nvCxnSpPr>
          <p:spPr>
            <a:xfrm>
              <a:off x="610194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2" name="Google Shape;322;p10"/>
            <p:cNvCxnSpPr/>
            <p:nvPr/>
          </p:nvCxnSpPr>
          <p:spPr>
            <a:xfrm>
              <a:off x="1829332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3" name="Google Shape;323;p10"/>
            <p:cNvCxnSpPr/>
            <p:nvPr/>
          </p:nvCxnSpPr>
          <p:spPr>
            <a:xfrm>
              <a:off x="3048470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4" name="Google Shape;324;p10"/>
            <p:cNvCxnSpPr/>
            <p:nvPr/>
          </p:nvCxnSpPr>
          <p:spPr>
            <a:xfrm>
              <a:off x="4267608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5" name="Google Shape;325;p10"/>
            <p:cNvCxnSpPr/>
            <p:nvPr/>
          </p:nvCxnSpPr>
          <p:spPr>
            <a:xfrm>
              <a:off x="5486746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6" name="Google Shape;326;p10"/>
            <p:cNvCxnSpPr/>
            <p:nvPr/>
          </p:nvCxnSpPr>
          <p:spPr>
            <a:xfrm>
              <a:off x="6705884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7" name="Google Shape;327;p10"/>
            <p:cNvCxnSpPr/>
            <p:nvPr/>
          </p:nvCxnSpPr>
          <p:spPr>
            <a:xfrm>
              <a:off x="7925022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8" name="Google Shape;328;p10"/>
            <p:cNvCxnSpPr/>
            <p:nvPr/>
          </p:nvCxnSpPr>
          <p:spPr>
            <a:xfrm>
              <a:off x="9144160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29" name="Google Shape;329;p10"/>
            <p:cNvCxnSpPr/>
            <p:nvPr/>
          </p:nvCxnSpPr>
          <p:spPr>
            <a:xfrm>
              <a:off x="10363298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0" name="Google Shape;330;p10"/>
            <p:cNvCxnSpPr/>
            <p:nvPr/>
          </p:nvCxnSpPr>
          <p:spPr>
            <a:xfrm>
              <a:off x="11582436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1" name="Google Shape;331;p10"/>
            <p:cNvCxnSpPr/>
            <p:nvPr/>
          </p:nvCxnSpPr>
          <p:spPr>
            <a:xfrm>
              <a:off x="2819" y="386485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2" name="Google Shape;332;p10"/>
            <p:cNvCxnSpPr/>
            <p:nvPr/>
          </p:nvCxnSpPr>
          <p:spPr>
            <a:xfrm>
              <a:off x="2819" y="1611181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3" name="Google Shape;333;p10"/>
            <p:cNvCxnSpPr/>
            <p:nvPr/>
          </p:nvCxnSpPr>
          <p:spPr>
            <a:xfrm>
              <a:off x="2819" y="2835877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4" name="Google Shape;334;p10"/>
            <p:cNvCxnSpPr/>
            <p:nvPr/>
          </p:nvCxnSpPr>
          <p:spPr>
            <a:xfrm>
              <a:off x="2819" y="4060573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5" name="Google Shape;335;p10"/>
            <p:cNvCxnSpPr/>
            <p:nvPr/>
          </p:nvCxnSpPr>
          <p:spPr>
            <a:xfrm>
              <a:off x="2819" y="5285269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336" name="Google Shape;336;p10"/>
            <p:cNvCxnSpPr/>
            <p:nvPr/>
          </p:nvCxnSpPr>
          <p:spPr>
            <a:xfrm>
              <a:off x="2819" y="6509965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276E8B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grpSp>
          <p:nvGrpSpPr>
            <p:cNvPr id="337" name="Google Shape;337;p10"/>
            <p:cNvGrpSpPr/>
            <p:nvPr/>
          </p:nvGrpSpPr>
          <p:grpSpPr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338" name="Google Shape;338;p10"/>
              <p:cNvCxnSpPr/>
              <p:nvPr/>
            </p:nvCxnSpPr>
            <p:spPr>
              <a:xfrm>
                <a:off x="225425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39" name="Google Shape;339;p10"/>
              <p:cNvCxnSpPr/>
              <p:nvPr/>
            </p:nvCxnSpPr>
            <p:spPr>
              <a:xfrm>
                <a:off x="144915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40" name="Google Shape;340;p10"/>
              <p:cNvCxnSpPr/>
              <p:nvPr/>
            </p:nvCxnSpPr>
            <p:spPr>
              <a:xfrm>
                <a:off x="266598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41" name="Google Shape;341;p10"/>
              <p:cNvCxnSpPr/>
              <p:nvPr/>
            </p:nvCxnSpPr>
            <p:spPr>
              <a:xfrm>
                <a:off x="3885119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42" name="Google Shape;342;p10"/>
              <p:cNvCxnSpPr/>
              <p:nvPr/>
            </p:nvCxnSpPr>
            <p:spPr>
              <a:xfrm>
                <a:off x="510650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grpSp>
            <p:nvGrpSpPr>
              <p:cNvPr id="343" name="Google Shape;343;p10"/>
              <p:cNvGrpSpPr/>
              <p:nvPr/>
            </p:nvGrpSpPr>
            <p:grpSpPr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44" name="Google Shape;344;p10"/>
                <p:cNvCxnSpPr/>
                <p:nvPr/>
              </p:nvCxnSpPr>
              <p:spPr>
                <a:xfrm>
                  <a:off x="6327885" y="0"/>
                  <a:ext cx="5864115" cy="5898673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45" name="Google Shape;345;p10"/>
                <p:cNvCxnSpPr/>
                <p:nvPr/>
              </p:nvCxnSpPr>
              <p:spPr>
                <a:xfrm>
                  <a:off x="7549268" y="0"/>
                  <a:ext cx="4642732" cy="4672425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46" name="Google Shape;346;p10"/>
                <p:cNvCxnSpPr/>
                <p:nvPr/>
              </p:nvCxnSpPr>
              <p:spPr>
                <a:xfrm>
                  <a:off x="8772997" y="0"/>
                  <a:ext cx="3419003" cy="345674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47" name="Google Shape;347;p10"/>
                <p:cNvCxnSpPr/>
                <p:nvPr/>
              </p:nvCxnSpPr>
              <p:spPr>
                <a:xfrm>
                  <a:off x="9982200" y="0"/>
                  <a:ext cx="2209800" cy="222646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48" name="Google Shape;348;p10"/>
                <p:cNvCxnSpPr/>
                <p:nvPr/>
              </p:nvCxnSpPr>
              <p:spPr>
                <a:xfrm>
                  <a:off x="11199019" y="0"/>
                  <a:ext cx="992981" cy="1002506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</p:grpSp>
          <p:cxnSp>
            <p:nvCxnSpPr>
              <p:cNvPr id="349" name="Google Shape;349;p10"/>
              <p:cNvCxnSpPr/>
              <p:nvPr/>
            </p:nvCxnSpPr>
            <p:spPr>
              <a:xfrm rot="10800000">
                <a:off x="-1" y="1012053"/>
                <a:ext cx="5828811" cy="58459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50" name="Google Shape;350;p10"/>
              <p:cNvCxnSpPr/>
              <p:nvPr/>
            </p:nvCxnSpPr>
            <p:spPr>
              <a:xfrm rot="10800000">
                <a:off x="-1" y="2227340"/>
                <a:ext cx="4614781" cy="4630658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51" name="Google Shape;351;p10"/>
              <p:cNvCxnSpPr/>
              <p:nvPr/>
            </p:nvCxnSpPr>
            <p:spPr>
              <a:xfrm rot="10800000">
                <a:off x="-1" y="3432149"/>
                <a:ext cx="3398419" cy="3425849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52" name="Google Shape;352;p10"/>
              <p:cNvCxnSpPr/>
              <p:nvPr/>
            </p:nvCxnSpPr>
            <p:spPr>
              <a:xfrm rot="10800000">
                <a:off x="-1" y="4651431"/>
                <a:ext cx="2196496" cy="2206567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53" name="Google Shape;353;p10"/>
              <p:cNvCxnSpPr/>
              <p:nvPr/>
            </p:nvCxnSpPr>
            <p:spPr>
              <a:xfrm rot="10800000">
                <a:off x="-1" y="5864453"/>
                <a:ext cx="987003" cy="9935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</p:grpSp>
        <p:grpSp>
          <p:nvGrpSpPr>
            <p:cNvPr id="354" name="Google Shape;354;p10"/>
            <p:cNvGrpSpPr/>
            <p:nvPr/>
          </p:nvGrpSpPr>
          <p:grpSpPr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355" name="Google Shape;355;p10"/>
              <p:cNvCxnSpPr/>
              <p:nvPr/>
            </p:nvCxnSpPr>
            <p:spPr>
              <a:xfrm>
                <a:off x="225425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56" name="Google Shape;356;p10"/>
              <p:cNvCxnSpPr/>
              <p:nvPr/>
            </p:nvCxnSpPr>
            <p:spPr>
              <a:xfrm>
                <a:off x="144915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57" name="Google Shape;357;p10"/>
              <p:cNvCxnSpPr/>
              <p:nvPr/>
            </p:nvCxnSpPr>
            <p:spPr>
              <a:xfrm>
                <a:off x="266598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58" name="Google Shape;358;p10"/>
              <p:cNvCxnSpPr/>
              <p:nvPr/>
            </p:nvCxnSpPr>
            <p:spPr>
              <a:xfrm>
                <a:off x="3885119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59" name="Google Shape;359;p10"/>
              <p:cNvCxnSpPr/>
              <p:nvPr/>
            </p:nvCxnSpPr>
            <p:spPr>
              <a:xfrm>
                <a:off x="515064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grpSp>
            <p:nvGrpSpPr>
              <p:cNvPr id="360" name="Google Shape;360;p10"/>
              <p:cNvGrpSpPr/>
              <p:nvPr/>
            </p:nvGrpSpPr>
            <p:grpSpPr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61" name="Google Shape;361;p10"/>
                <p:cNvCxnSpPr/>
                <p:nvPr/>
              </p:nvCxnSpPr>
              <p:spPr>
                <a:xfrm>
                  <a:off x="6327885" y="0"/>
                  <a:ext cx="5864115" cy="5898673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62" name="Google Shape;362;p10"/>
                <p:cNvCxnSpPr/>
                <p:nvPr/>
              </p:nvCxnSpPr>
              <p:spPr>
                <a:xfrm>
                  <a:off x="7549268" y="0"/>
                  <a:ext cx="4642732" cy="4672425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63" name="Google Shape;363;p10"/>
                <p:cNvCxnSpPr/>
                <p:nvPr/>
              </p:nvCxnSpPr>
              <p:spPr>
                <a:xfrm>
                  <a:off x="8772997" y="0"/>
                  <a:ext cx="3419003" cy="345674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64" name="Google Shape;364;p10"/>
                <p:cNvCxnSpPr/>
                <p:nvPr/>
              </p:nvCxnSpPr>
              <p:spPr>
                <a:xfrm>
                  <a:off x="9982200" y="0"/>
                  <a:ext cx="2209800" cy="222646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65" name="Google Shape;365;p10"/>
                <p:cNvCxnSpPr/>
                <p:nvPr/>
              </p:nvCxnSpPr>
              <p:spPr>
                <a:xfrm>
                  <a:off x="11199019" y="0"/>
                  <a:ext cx="992981" cy="1002506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276E8B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</p:grpSp>
          <p:cxnSp>
            <p:nvCxnSpPr>
              <p:cNvPr id="366" name="Google Shape;366;p10"/>
              <p:cNvCxnSpPr/>
              <p:nvPr/>
            </p:nvCxnSpPr>
            <p:spPr>
              <a:xfrm rot="10800000">
                <a:off x="-1" y="1012053"/>
                <a:ext cx="5828811" cy="58459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67" name="Google Shape;367;p10"/>
              <p:cNvCxnSpPr/>
              <p:nvPr/>
            </p:nvCxnSpPr>
            <p:spPr>
              <a:xfrm rot="10800000">
                <a:off x="-1" y="2227340"/>
                <a:ext cx="4614781" cy="4630658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68" name="Google Shape;368;p10"/>
              <p:cNvCxnSpPr/>
              <p:nvPr/>
            </p:nvCxnSpPr>
            <p:spPr>
              <a:xfrm rot="10800000">
                <a:off x="-1" y="3432149"/>
                <a:ext cx="3398419" cy="3425849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69" name="Google Shape;369;p10"/>
              <p:cNvCxnSpPr/>
              <p:nvPr/>
            </p:nvCxnSpPr>
            <p:spPr>
              <a:xfrm rot="10800000">
                <a:off x="-1" y="4651431"/>
                <a:ext cx="2196496" cy="2206567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70" name="Google Shape;370;p10"/>
              <p:cNvCxnSpPr/>
              <p:nvPr/>
            </p:nvCxnSpPr>
            <p:spPr>
              <a:xfrm rot="10800000">
                <a:off x="-1" y="5864453"/>
                <a:ext cx="987003" cy="9935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276E8B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</p:grpSp>
      </p:grpSp>
      <p:sp>
        <p:nvSpPr>
          <p:cNvPr id="371" name="Google Shape;371;p10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gradFill>
            <a:gsLst>
              <a:gs pos="0">
                <a:schemeClr val="lt1"/>
              </a:gs>
              <a:gs pos="69000">
                <a:schemeClr val="lt1"/>
              </a:gs>
              <a:gs pos="100000">
                <a:srgbClr val="F2F2F2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372" name="Google Shape;372;p10"/>
          <p:cNvCxnSpPr/>
          <p:nvPr/>
        </p:nvCxnSpPr>
        <p:spPr>
          <a:xfrm>
            <a:off x="7923089" y="2895600"/>
            <a:ext cx="3659311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73" name="Google Shape;373;p10"/>
          <p:cNvSpPr txBox="1"/>
          <p:nvPr>
            <p:ph type="title"/>
          </p:nvPr>
        </p:nvSpPr>
        <p:spPr>
          <a:xfrm>
            <a:off x="7909560" y="576072"/>
            <a:ext cx="36576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600"/>
              <a:buFont typeface="Arial"/>
              <a:buNone/>
              <a:defRPr sz="2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descr="An empty placeholder to add an image. Click on the placeholder and select the image that you wish to add." id="374" name="Google Shape;374;p10"/>
          <p:cNvSpPr/>
          <p:nvPr>
            <p:ph idx="2" type="pic"/>
          </p:nvPr>
        </p:nvSpPr>
        <p:spPr>
          <a:xfrm>
            <a:off x="4412" y="-159"/>
            <a:ext cx="73152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375" name="Google Shape;375;p10"/>
          <p:cNvSpPr txBox="1"/>
          <p:nvPr>
            <p:ph idx="1" type="body"/>
          </p:nvPr>
        </p:nvSpPr>
        <p:spPr>
          <a:xfrm>
            <a:off x="7909560" y="2999232"/>
            <a:ext cx="3657600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600"/>
              <a:buNone/>
              <a:defRPr sz="16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11"/>
          <p:cNvSpPr txBox="1"/>
          <p:nvPr>
            <p:ph type="title"/>
          </p:nvPr>
        </p:nvSpPr>
        <p:spPr>
          <a:xfrm>
            <a:off x="1295400" y="503853"/>
            <a:ext cx="9601200" cy="114238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6E8B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8" name="Google Shape;378;p11"/>
          <p:cNvSpPr txBox="1"/>
          <p:nvPr>
            <p:ph idx="1" type="body"/>
          </p:nvPr>
        </p:nvSpPr>
        <p:spPr>
          <a:xfrm rot="5400000">
            <a:off x="4191001" y="-914400"/>
            <a:ext cx="3809999" cy="960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6pPr>
            <a:lvl7pPr indent="-342900" lvl="6" marL="3200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7pPr>
            <a:lvl8pPr indent="-342900" lvl="7" marL="3657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8pPr>
            <a:lvl9pPr indent="-228600" lvl="8" marL="41148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379" name="Google Shape;379;p11"/>
          <p:cNvSpPr txBox="1"/>
          <p:nvPr>
            <p:ph idx="11" type="ftr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0" name="Google Shape;380;p11"/>
          <p:cNvSpPr txBox="1"/>
          <p:nvPr>
            <p:ph idx="10" type="dt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1" name="Google Shape;381;p11"/>
          <p:cNvSpPr txBox="1"/>
          <p:nvPr>
            <p:ph idx="12" type="sldNum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12"/>
          <p:cNvSpPr txBox="1"/>
          <p:nvPr>
            <p:ph type="title"/>
          </p:nvPr>
        </p:nvSpPr>
        <p:spPr>
          <a:xfrm rot="5400000">
            <a:off x="7402286" y="2296885"/>
            <a:ext cx="5301343" cy="168728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6E8B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4" name="Google Shape;384;p12"/>
          <p:cNvSpPr txBox="1"/>
          <p:nvPr>
            <p:ph idx="1" type="body"/>
          </p:nvPr>
        </p:nvSpPr>
        <p:spPr>
          <a:xfrm rot="5400000">
            <a:off x="2438400" y="-653144"/>
            <a:ext cx="5301343" cy="75873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1800"/>
              <a:buChar char="▪"/>
              <a:defRPr/>
            </a:lvl1pPr>
            <a:lvl2pPr indent="-342900" lvl="1" marL="9144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▪"/>
              <a:defRPr/>
            </a:lvl2pPr>
            <a:lvl3pPr indent="-342900" lvl="2" marL="1371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Char char="▪"/>
              <a:defRPr/>
            </a:lvl3pPr>
            <a:lvl4pPr indent="-342900" lvl="3" marL="18288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Char char="▪"/>
              <a:defRPr/>
            </a:lvl4pPr>
            <a:lvl5pPr indent="-342900" lvl="4" marL="22860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5pPr>
            <a:lvl6pPr indent="-342900" lvl="5" marL="2743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6pPr>
            <a:lvl7pPr indent="-342900" lvl="6" marL="3200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7pPr>
            <a:lvl8pPr indent="-342900" lvl="7" marL="3657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Char char="▪"/>
              <a:defRPr/>
            </a:lvl8pPr>
            <a:lvl9pPr indent="-228600" lvl="8" marL="41148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385" name="Google Shape;385;p12"/>
          <p:cNvSpPr txBox="1"/>
          <p:nvPr>
            <p:ph idx="11" type="ftr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6" name="Google Shape;386;p12"/>
          <p:cNvSpPr txBox="1"/>
          <p:nvPr>
            <p:ph idx="10" type="dt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7" name="Google Shape;387;p12"/>
          <p:cNvSpPr txBox="1"/>
          <p:nvPr>
            <p:ph idx="12" type="sldNum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chemeClr val="lt1"/>
            </a:gs>
            <a:gs pos="53000">
              <a:schemeClr val="lt1"/>
            </a:gs>
            <a:gs pos="100000">
              <a:srgbClr val="F2F2F2">
                <a:alpha val="65098"/>
              </a:srgbClr>
            </a:gs>
          </a:gsLst>
          <a:lin ang="5400000" scaled="0"/>
        </a:gra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1"/>
          <p:cNvGrpSpPr/>
          <p:nvPr/>
        </p:nvGrpSpPr>
        <p:grpSpPr>
          <a:xfrm>
            <a:off x="-1" y="-195943"/>
            <a:ext cx="12192002" cy="6858000"/>
            <a:chOff x="-1" y="0"/>
            <a:chExt cx="12192002" cy="6858000"/>
          </a:xfrm>
        </p:grpSpPr>
        <p:cxnSp>
          <p:nvCxnSpPr>
            <p:cNvPr id="11" name="Google Shape;11;p1"/>
            <p:cNvCxnSpPr/>
            <p:nvPr/>
          </p:nvCxnSpPr>
          <p:spPr>
            <a:xfrm>
              <a:off x="610194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2" name="Google Shape;12;p1"/>
            <p:cNvCxnSpPr/>
            <p:nvPr/>
          </p:nvCxnSpPr>
          <p:spPr>
            <a:xfrm>
              <a:off x="1829332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3" name="Google Shape;13;p1"/>
            <p:cNvCxnSpPr/>
            <p:nvPr/>
          </p:nvCxnSpPr>
          <p:spPr>
            <a:xfrm>
              <a:off x="3048470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4" name="Google Shape;14;p1"/>
            <p:cNvCxnSpPr/>
            <p:nvPr/>
          </p:nvCxnSpPr>
          <p:spPr>
            <a:xfrm>
              <a:off x="4267608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5" name="Google Shape;15;p1"/>
            <p:cNvCxnSpPr/>
            <p:nvPr/>
          </p:nvCxnSpPr>
          <p:spPr>
            <a:xfrm>
              <a:off x="5486746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6" name="Google Shape;16;p1"/>
            <p:cNvCxnSpPr/>
            <p:nvPr/>
          </p:nvCxnSpPr>
          <p:spPr>
            <a:xfrm>
              <a:off x="6705884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7" name="Google Shape;17;p1"/>
            <p:cNvCxnSpPr/>
            <p:nvPr/>
          </p:nvCxnSpPr>
          <p:spPr>
            <a:xfrm>
              <a:off x="7925022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8" name="Google Shape;18;p1"/>
            <p:cNvCxnSpPr/>
            <p:nvPr/>
          </p:nvCxnSpPr>
          <p:spPr>
            <a:xfrm>
              <a:off x="9144160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19" name="Google Shape;19;p1"/>
            <p:cNvCxnSpPr/>
            <p:nvPr/>
          </p:nvCxnSpPr>
          <p:spPr>
            <a:xfrm>
              <a:off x="10363298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0" name="Google Shape;20;p1"/>
            <p:cNvCxnSpPr/>
            <p:nvPr/>
          </p:nvCxnSpPr>
          <p:spPr>
            <a:xfrm>
              <a:off x="11582436" y="0"/>
              <a:ext cx="0" cy="685800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1" name="Google Shape;21;p1"/>
            <p:cNvCxnSpPr/>
            <p:nvPr/>
          </p:nvCxnSpPr>
          <p:spPr>
            <a:xfrm>
              <a:off x="2819" y="386485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2" name="Google Shape;22;p1"/>
            <p:cNvCxnSpPr/>
            <p:nvPr/>
          </p:nvCxnSpPr>
          <p:spPr>
            <a:xfrm>
              <a:off x="2819" y="1611181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3" name="Google Shape;23;p1"/>
            <p:cNvCxnSpPr/>
            <p:nvPr/>
          </p:nvCxnSpPr>
          <p:spPr>
            <a:xfrm>
              <a:off x="2819" y="2835877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4" name="Google Shape;24;p1"/>
            <p:cNvCxnSpPr/>
            <p:nvPr/>
          </p:nvCxnSpPr>
          <p:spPr>
            <a:xfrm>
              <a:off x="2819" y="4060573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5" name="Google Shape;25;p1"/>
            <p:cNvCxnSpPr/>
            <p:nvPr/>
          </p:nvCxnSpPr>
          <p:spPr>
            <a:xfrm>
              <a:off x="2819" y="5285269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cxnSp>
          <p:nvCxnSpPr>
            <p:cNvPr id="26" name="Google Shape;26;p1"/>
            <p:cNvCxnSpPr/>
            <p:nvPr/>
          </p:nvCxnSpPr>
          <p:spPr>
            <a:xfrm>
              <a:off x="2819" y="6509965"/>
              <a:ext cx="12188952" cy="0"/>
            </a:xfrm>
            <a:prstGeom prst="straightConnector1">
              <a:avLst/>
            </a:prstGeom>
            <a:noFill/>
            <a:ln cap="flat" cmpd="sng" w="9525">
              <a:solidFill>
                <a:srgbClr val="D8D8D8">
                  <a:alpha val="25098"/>
                </a:srgbClr>
              </a:solidFill>
              <a:prstDash val="solid"/>
              <a:miter lim="8000"/>
              <a:headEnd len="sm" w="sm" type="none"/>
              <a:tailEnd len="sm" w="sm" type="none"/>
            </a:ln>
          </p:spPr>
        </p:cxnSp>
        <p:grpSp>
          <p:nvGrpSpPr>
            <p:cNvPr id="27" name="Google Shape;27;p1"/>
            <p:cNvGrpSpPr/>
            <p:nvPr/>
          </p:nvGrpSpPr>
          <p:grpSpPr>
            <a:xfrm>
              <a:off x="-1" y="0"/>
              <a:ext cx="12192001" cy="6858000"/>
              <a:chOff x="-1" y="0"/>
              <a:chExt cx="12192001" cy="6858000"/>
            </a:xfrm>
          </p:grpSpPr>
          <p:cxnSp>
            <p:nvCxnSpPr>
              <p:cNvPr id="28" name="Google Shape;28;p1"/>
              <p:cNvCxnSpPr/>
              <p:nvPr/>
            </p:nvCxnSpPr>
            <p:spPr>
              <a:xfrm>
                <a:off x="225425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29" name="Google Shape;29;p1"/>
              <p:cNvCxnSpPr/>
              <p:nvPr/>
            </p:nvCxnSpPr>
            <p:spPr>
              <a:xfrm>
                <a:off x="144915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0" name="Google Shape;30;p1"/>
              <p:cNvCxnSpPr/>
              <p:nvPr/>
            </p:nvCxnSpPr>
            <p:spPr>
              <a:xfrm>
                <a:off x="266598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1" name="Google Shape;31;p1"/>
              <p:cNvCxnSpPr/>
              <p:nvPr/>
            </p:nvCxnSpPr>
            <p:spPr>
              <a:xfrm>
                <a:off x="3885119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32" name="Google Shape;32;p1"/>
              <p:cNvCxnSpPr/>
              <p:nvPr/>
            </p:nvCxnSpPr>
            <p:spPr>
              <a:xfrm>
                <a:off x="510650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grpSp>
            <p:nvGrpSpPr>
              <p:cNvPr id="33" name="Google Shape;33;p1"/>
              <p:cNvGrpSpPr/>
              <p:nvPr/>
            </p:nvGrpSpPr>
            <p:grpSpPr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34" name="Google Shape;34;p1"/>
                <p:cNvCxnSpPr/>
                <p:nvPr/>
              </p:nvCxnSpPr>
              <p:spPr>
                <a:xfrm>
                  <a:off x="6327885" y="0"/>
                  <a:ext cx="5864115" cy="5898673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5" name="Google Shape;35;p1"/>
                <p:cNvCxnSpPr/>
                <p:nvPr/>
              </p:nvCxnSpPr>
              <p:spPr>
                <a:xfrm>
                  <a:off x="7549268" y="0"/>
                  <a:ext cx="4642732" cy="4672425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6" name="Google Shape;36;p1"/>
                <p:cNvCxnSpPr/>
                <p:nvPr/>
              </p:nvCxnSpPr>
              <p:spPr>
                <a:xfrm>
                  <a:off x="8772997" y="0"/>
                  <a:ext cx="3419003" cy="345674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7" name="Google Shape;37;p1"/>
                <p:cNvCxnSpPr/>
                <p:nvPr/>
              </p:nvCxnSpPr>
              <p:spPr>
                <a:xfrm>
                  <a:off x="9982200" y="0"/>
                  <a:ext cx="2209800" cy="222646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38" name="Google Shape;38;p1"/>
                <p:cNvCxnSpPr/>
                <p:nvPr/>
              </p:nvCxnSpPr>
              <p:spPr>
                <a:xfrm>
                  <a:off x="11199019" y="0"/>
                  <a:ext cx="992981" cy="1002506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</p:grpSp>
          <p:cxnSp>
            <p:nvCxnSpPr>
              <p:cNvPr id="39" name="Google Shape;39;p1"/>
              <p:cNvCxnSpPr/>
              <p:nvPr/>
            </p:nvCxnSpPr>
            <p:spPr>
              <a:xfrm rot="10800000">
                <a:off x="-1" y="1012053"/>
                <a:ext cx="5828811" cy="58459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40" name="Google Shape;40;p1"/>
              <p:cNvCxnSpPr/>
              <p:nvPr/>
            </p:nvCxnSpPr>
            <p:spPr>
              <a:xfrm rot="10800000">
                <a:off x="-1" y="2227340"/>
                <a:ext cx="4614781" cy="4630658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41" name="Google Shape;41;p1"/>
              <p:cNvCxnSpPr/>
              <p:nvPr/>
            </p:nvCxnSpPr>
            <p:spPr>
              <a:xfrm rot="10800000">
                <a:off x="-1" y="3432149"/>
                <a:ext cx="3398419" cy="3425849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42" name="Google Shape;42;p1"/>
              <p:cNvCxnSpPr/>
              <p:nvPr/>
            </p:nvCxnSpPr>
            <p:spPr>
              <a:xfrm rot="10800000">
                <a:off x="-1" y="4651431"/>
                <a:ext cx="2196496" cy="2206567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43" name="Google Shape;43;p1"/>
              <p:cNvCxnSpPr/>
              <p:nvPr/>
            </p:nvCxnSpPr>
            <p:spPr>
              <a:xfrm rot="10800000">
                <a:off x="-1" y="5864453"/>
                <a:ext cx="987003" cy="9935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</p:grpSp>
        <p:grpSp>
          <p:nvGrpSpPr>
            <p:cNvPr id="44" name="Google Shape;44;p1"/>
            <p:cNvGrpSpPr/>
            <p:nvPr/>
          </p:nvGrpSpPr>
          <p:grpSpPr>
            <a:xfrm flipH="1">
              <a:off x="0" y="0"/>
              <a:ext cx="12192001" cy="6858000"/>
              <a:chOff x="-1" y="0"/>
              <a:chExt cx="12192001" cy="6858000"/>
            </a:xfrm>
          </p:grpSpPr>
          <p:cxnSp>
            <p:nvCxnSpPr>
              <p:cNvPr id="45" name="Google Shape;45;p1"/>
              <p:cNvCxnSpPr/>
              <p:nvPr/>
            </p:nvCxnSpPr>
            <p:spPr>
              <a:xfrm>
                <a:off x="225425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46" name="Google Shape;46;p1"/>
              <p:cNvCxnSpPr/>
              <p:nvPr/>
            </p:nvCxnSpPr>
            <p:spPr>
              <a:xfrm>
                <a:off x="1449154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47" name="Google Shape;47;p1"/>
              <p:cNvCxnSpPr/>
              <p:nvPr/>
            </p:nvCxnSpPr>
            <p:spPr>
              <a:xfrm>
                <a:off x="266598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48" name="Google Shape;48;p1"/>
              <p:cNvCxnSpPr/>
              <p:nvPr/>
            </p:nvCxnSpPr>
            <p:spPr>
              <a:xfrm>
                <a:off x="3885119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49" name="Google Shape;49;p1"/>
              <p:cNvCxnSpPr/>
              <p:nvPr/>
            </p:nvCxnSpPr>
            <p:spPr>
              <a:xfrm>
                <a:off x="5106502" y="0"/>
                <a:ext cx="6815931" cy="6858000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grpSp>
            <p:nvGrpSpPr>
              <p:cNvPr id="50" name="Google Shape;50;p1"/>
              <p:cNvGrpSpPr/>
              <p:nvPr/>
            </p:nvGrpSpPr>
            <p:grpSpPr>
              <a:xfrm>
                <a:off x="6327885" y="0"/>
                <a:ext cx="5864115" cy="5898673"/>
                <a:chOff x="6327885" y="0"/>
                <a:chExt cx="5864115" cy="5898673"/>
              </a:xfrm>
            </p:grpSpPr>
            <p:cxnSp>
              <p:nvCxnSpPr>
                <p:cNvPr id="51" name="Google Shape;51;p1"/>
                <p:cNvCxnSpPr/>
                <p:nvPr/>
              </p:nvCxnSpPr>
              <p:spPr>
                <a:xfrm>
                  <a:off x="6327885" y="0"/>
                  <a:ext cx="5864115" cy="5898673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52" name="Google Shape;52;p1"/>
                <p:cNvCxnSpPr/>
                <p:nvPr/>
              </p:nvCxnSpPr>
              <p:spPr>
                <a:xfrm>
                  <a:off x="7549268" y="0"/>
                  <a:ext cx="4642732" cy="4672425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53" name="Google Shape;53;p1"/>
                <p:cNvCxnSpPr/>
                <p:nvPr/>
              </p:nvCxnSpPr>
              <p:spPr>
                <a:xfrm>
                  <a:off x="8772997" y="0"/>
                  <a:ext cx="3419003" cy="345674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54" name="Google Shape;54;p1"/>
                <p:cNvCxnSpPr/>
                <p:nvPr/>
              </p:nvCxnSpPr>
              <p:spPr>
                <a:xfrm>
                  <a:off x="9982200" y="0"/>
                  <a:ext cx="2209800" cy="2226469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  <p:cxnSp>
              <p:nvCxnSpPr>
                <p:cNvPr id="55" name="Google Shape;55;p1"/>
                <p:cNvCxnSpPr/>
                <p:nvPr/>
              </p:nvCxnSpPr>
              <p:spPr>
                <a:xfrm>
                  <a:off x="11199019" y="0"/>
                  <a:ext cx="992981" cy="1002506"/>
                </a:xfrm>
                <a:prstGeom prst="straightConnector1">
                  <a:avLst/>
                </a:prstGeom>
                <a:noFill/>
                <a:ln cap="flat" cmpd="sng" w="9525">
                  <a:solidFill>
                    <a:srgbClr val="D8D8D8">
                      <a:alpha val="25098"/>
                    </a:srgbClr>
                  </a:solidFill>
                  <a:prstDash val="solid"/>
                  <a:miter lim="8000"/>
                  <a:headEnd len="sm" w="sm" type="none"/>
                  <a:tailEnd len="sm" w="sm" type="none"/>
                </a:ln>
              </p:spPr>
            </p:cxnSp>
          </p:grpSp>
          <p:cxnSp>
            <p:nvCxnSpPr>
              <p:cNvPr id="56" name="Google Shape;56;p1"/>
              <p:cNvCxnSpPr/>
              <p:nvPr/>
            </p:nvCxnSpPr>
            <p:spPr>
              <a:xfrm rot="10800000">
                <a:off x="-1" y="1012053"/>
                <a:ext cx="5828811" cy="58459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57" name="Google Shape;57;p1"/>
              <p:cNvCxnSpPr/>
              <p:nvPr/>
            </p:nvCxnSpPr>
            <p:spPr>
              <a:xfrm rot="10800000">
                <a:off x="-1" y="2227340"/>
                <a:ext cx="4614781" cy="4630658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58" name="Google Shape;58;p1"/>
              <p:cNvCxnSpPr/>
              <p:nvPr/>
            </p:nvCxnSpPr>
            <p:spPr>
              <a:xfrm rot="10800000">
                <a:off x="-1" y="3432149"/>
                <a:ext cx="3398419" cy="3425849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59" name="Google Shape;59;p1"/>
              <p:cNvCxnSpPr/>
              <p:nvPr/>
            </p:nvCxnSpPr>
            <p:spPr>
              <a:xfrm rot="10800000">
                <a:off x="-1" y="4651431"/>
                <a:ext cx="2196496" cy="2206567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  <p:cxnSp>
            <p:nvCxnSpPr>
              <p:cNvPr id="60" name="Google Shape;60;p1"/>
              <p:cNvCxnSpPr/>
              <p:nvPr/>
            </p:nvCxnSpPr>
            <p:spPr>
              <a:xfrm rot="10800000">
                <a:off x="-1" y="5864453"/>
                <a:ext cx="987003" cy="993545"/>
              </a:xfrm>
              <a:prstGeom prst="straightConnector1">
                <a:avLst/>
              </a:prstGeom>
              <a:noFill/>
              <a:ln cap="flat" cmpd="sng" w="9525">
                <a:solidFill>
                  <a:srgbClr val="D8D8D8">
                    <a:alpha val="25098"/>
                  </a:srgbClr>
                </a:solidFill>
                <a:prstDash val="solid"/>
                <a:miter lim="8000"/>
                <a:headEnd len="sm" w="sm" type="none"/>
                <a:tailEnd len="sm" w="sm" type="none"/>
              </a:ln>
            </p:spPr>
          </p:cxnSp>
        </p:grpSp>
      </p:grpSp>
      <p:sp>
        <p:nvSpPr>
          <p:cNvPr id="61" name="Google Shape;61;p1"/>
          <p:cNvSpPr txBox="1"/>
          <p:nvPr>
            <p:ph type="title"/>
          </p:nvPr>
        </p:nvSpPr>
        <p:spPr>
          <a:xfrm>
            <a:off x="1295400" y="503853"/>
            <a:ext cx="9601200" cy="114238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6E8B"/>
              </a:buClr>
              <a:buSzPts val="3200"/>
              <a:buFont typeface="Arial"/>
              <a:buNone/>
              <a:defRPr b="1" i="0" sz="3200" u="none" cap="none" strike="noStrike">
                <a:solidFill>
                  <a:srgbClr val="276E8B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62" name="Google Shape;62;p1"/>
          <p:cNvSpPr txBox="1"/>
          <p:nvPr>
            <p:ph idx="1" type="body"/>
          </p:nvPr>
        </p:nvSpPr>
        <p:spPr>
          <a:xfrm>
            <a:off x="1295400" y="1981201"/>
            <a:ext cx="9601200" cy="3809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55600" lvl="0" marL="457200" marR="0" rtl="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rgbClr val="276E8B"/>
              </a:buClr>
              <a:buSzPts val="2000"/>
              <a:buFont typeface="Arial"/>
              <a:buChar char="▪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rgbClr val="276E8B"/>
              </a:buClr>
              <a:buSzPts val="1800"/>
              <a:buFont typeface="Arial"/>
              <a:buChar char="▪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76E8B"/>
              </a:buClr>
              <a:buSzPts val="1600"/>
              <a:buFont typeface="Arial"/>
              <a:buChar char="▪"/>
              <a:defRPr b="0" i="0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276E8B"/>
              </a:buClr>
              <a:buSzPts val="1400"/>
              <a:buFont typeface="Arial"/>
              <a:buChar char="▪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276E8B"/>
              </a:buClr>
              <a:buSzPts val="1400"/>
              <a:buFont typeface="Arial"/>
              <a:buChar char="▪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276E8B"/>
              </a:buClr>
              <a:buSzPts val="1400"/>
              <a:buFont typeface="Arial"/>
              <a:buChar char="▪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276E8B"/>
              </a:buClr>
              <a:buSzPts val="1400"/>
              <a:buFont typeface="Arial"/>
              <a:buChar char="▪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276E8B"/>
              </a:buClr>
              <a:buSzPts val="1400"/>
              <a:buFont typeface="Arial"/>
              <a:buChar char="▪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rgbClr val="276E8B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cxnSp>
        <p:nvCxnSpPr>
          <p:cNvPr id="63" name="Google Shape;63;p1"/>
          <p:cNvCxnSpPr/>
          <p:nvPr/>
        </p:nvCxnSpPr>
        <p:spPr>
          <a:xfrm>
            <a:off x="609600" y="6172200"/>
            <a:ext cx="10972800" cy="0"/>
          </a:xfrm>
          <a:prstGeom prst="straightConnector1">
            <a:avLst/>
          </a:prstGeom>
          <a:noFill/>
          <a:ln cap="flat" cmpd="sng" w="12700">
            <a:solidFill>
              <a:srgbClr val="276E8B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64" name="Google Shape;64;p1"/>
          <p:cNvSpPr txBox="1"/>
          <p:nvPr>
            <p:ph idx="11" type="ftr"/>
          </p:nvPr>
        </p:nvSpPr>
        <p:spPr>
          <a:xfrm>
            <a:off x="609601" y="6289679"/>
            <a:ext cx="6128030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"/>
          <p:cNvSpPr txBox="1"/>
          <p:nvPr>
            <p:ph idx="10" type="dt"/>
          </p:nvPr>
        </p:nvSpPr>
        <p:spPr>
          <a:xfrm>
            <a:off x="9294042" y="6289679"/>
            <a:ext cx="965946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6" name="Google Shape;66;p1"/>
          <p:cNvSpPr txBox="1"/>
          <p:nvPr>
            <p:ph idx="12" type="sldNum"/>
          </p:nvPr>
        </p:nvSpPr>
        <p:spPr>
          <a:xfrm>
            <a:off x="10665311" y="6289679"/>
            <a:ext cx="918882" cy="22243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100" u="none" cap="none" strike="noStrike">
                <a:solidFill>
                  <a:srgbClr val="191919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www.hackster.io/Mina_Schepmann/morse-code-decode-1b9f1d" TargetMode="External"/><Relationship Id="rId4" Type="http://schemas.openxmlformats.org/officeDocument/2006/relationships/hyperlink" Target="https://www.hackster.io/el52/engi-301-pocketbeagle-morse-code-transceiver-c5b2f4" TargetMode="External"/><Relationship Id="rId5" Type="http://schemas.openxmlformats.org/officeDocument/2006/relationships/hyperlink" Target="https://www.hackster.io/el52/engi-301-pocketbeagle-morse-code-transceiver-c5b2f4" TargetMode="Externa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adafruit.com/product/181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amazon.com/" TargetMode="External"/><Relationship Id="rId4" Type="http://schemas.openxmlformats.org/officeDocument/2006/relationships/hyperlink" Target="https://www.adafruit.com/" TargetMode="External"/><Relationship Id="rId5" Type="http://schemas.openxmlformats.org/officeDocument/2006/relationships/hyperlink" Target="https://www.sparkfun.com/" TargetMode="External"/><Relationship Id="rId6" Type="http://schemas.openxmlformats.org/officeDocument/2006/relationships/hyperlink" Target="https://www.digikey.com/" TargetMode="External"/><Relationship Id="rId7" Type="http://schemas.openxmlformats.org/officeDocument/2006/relationships/hyperlink" Target="https://www.mouser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13"/>
          <p:cNvSpPr txBox="1"/>
          <p:nvPr>
            <p:ph type="ctrTitle"/>
          </p:nvPr>
        </p:nvSpPr>
        <p:spPr>
          <a:xfrm>
            <a:off x="1293844" y="1909346"/>
            <a:ext cx="9907555" cy="338328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7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</a:pPr>
            <a:r>
              <a:rPr lang="en-US" sz="6000"/>
              <a:t>EDES 301</a:t>
            </a:r>
            <a:br>
              <a:rPr lang="en-US" sz="6000"/>
            </a:br>
            <a:br>
              <a:rPr lang="en-US"/>
            </a:br>
            <a:r>
              <a:rPr lang="en-US" sz="6000"/>
              <a:t>Morse Code Display</a:t>
            </a:r>
            <a:r>
              <a:rPr lang="en-US" sz="6000"/>
              <a:t> </a:t>
            </a:r>
            <a:r>
              <a:rPr lang="en-US" sz="6000"/>
              <a:t>Proposal</a:t>
            </a:r>
            <a:endParaRPr/>
          </a:p>
        </p:txBody>
      </p:sp>
      <p:sp>
        <p:nvSpPr>
          <p:cNvPr id="393" name="Google Shape;393;p13"/>
          <p:cNvSpPr txBox="1"/>
          <p:nvPr>
            <p:ph idx="1" type="subTitle"/>
          </p:nvPr>
        </p:nvSpPr>
        <p:spPr>
          <a:xfrm>
            <a:off x="1293845" y="5432564"/>
            <a:ext cx="9604310" cy="11206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/>
              <a:t>October</a:t>
            </a:r>
            <a:r>
              <a:rPr lang="en-US"/>
              <a:t> 4th, 2026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>
              <a:rPr lang="en-US"/>
              <a:t>Asher Yellen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4"/>
          <p:cNvSpPr txBox="1"/>
          <p:nvPr>
            <p:ph type="title"/>
          </p:nvPr>
        </p:nvSpPr>
        <p:spPr>
          <a:xfrm>
            <a:off x="609600" y="228600"/>
            <a:ext cx="109728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6E8B"/>
              </a:buClr>
              <a:buSzPts val="3200"/>
              <a:buFont typeface="Arial"/>
              <a:buNone/>
            </a:pPr>
            <a:r>
              <a:rPr lang="en-US"/>
              <a:t>Background Information</a:t>
            </a:r>
            <a:endParaRPr/>
          </a:p>
        </p:txBody>
      </p:sp>
      <p:sp>
        <p:nvSpPr>
          <p:cNvPr id="399" name="Google Shape;399;p14"/>
          <p:cNvSpPr txBox="1"/>
          <p:nvPr>
            <p:ph idx="1" type="body"/>
          </p:nvPr>
        </p:nvSpPr>
        <p:spPr>
          <a:xfrm>
            <a:off x="609600" y="1295400"/>
            <a:ext cx="10972800" cy="472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Overall, my project will be a way for people to learn and practice writing in Morse Code. The user will input a message in Morse Code with a button and it will be displayed on a screen. There will also be two other buttons: one as a backspace and the other to confirm the message at the end (both will also be used to move between screens in the beginning)</a:t>
            </a:r>
            <a:endParaRPr/>
          </a:p>
          <a:p>
            <a:pPr indent="-228600" lvl="0" marL="2286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This is </a:t>
            </a:r>
            <a:r>
              <a:rPr lang="en-US"/>
              <a:t>slightly</a:t>
            </a:r>
            <a:r>
              <a:rPr lang="en-US"/>
              <a:t> inspired from two previous projects: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Morse Code Decoder</a:t>
            </a:r>
            <a:r>
              <a:rPr lang="en-US"/>
              <a:t> and </a:t>
            </a:r>
            <a:r>
              <a:rPr lang="en-US" u="sng">
                <a:solidFill>
                  <a:schemeClr val="hlink"/>
                </a:solidFill>
                <a:hlinkClick r:id="rId4"/>
              </a:rPr>
              <a:t>Morse Code </a:t>
            </a:r>
            <a:r>
              <a:rPr lang="en-US" u="sng">
                <a:solidFill>
                  <a:schemeClr val="hlink"/>
                </a:solidFill>
                <a:hlinkClick r:id="rId5"/>
              </a:rPr>
              <a:t>Transceiver</a:t>
            </a:r>
            <a:r>
              <a:rPr lang="en-US"/>
              <a:t>, but I plan to make a few improvements</a:t>
            </a:r>
            <a:endParaRPr/>
          </a:p>
          <a:p>
            <a:pPr indent="-182880" lvl="1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The decoder project didn’t actually seem to function, so I would like to make a functional prototype by the end of the course</a:t>
            </a:r>
            <a:endParaRPr/>
          </a:p>
          <a:p>
            <a:pPr indent="-182880" lvl="1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The transceiver project seems complex and not very intuitive, so I would like mine to be a bit simpler and easier to operate</a:t>
            </a:r>
            <a:endParaRPr/>
          </a:p>
          <a:p>
            <a:pPr indent="-182880" lvl="1" marL="45720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I would also like to improve the hardware, possibly using 3D printing to make the whole project look a bit nicer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15"/>
          <p:cNvSpPr txBox="1"/>
          <p:nvPr>
            <p:ph type="title"/>
          </p:nvPr>
        </p:nvSpPr>
        <p:spPr>
          <a:xfrm>
            <a:off x="609600" y="228600"/>
            <a:ext cx="10972800" cy="9144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6E8B"/>
              </a:buClr>
              <a:buSzPts val="3200"/>
              <a:buFont typeface="Arial"/>
              <a:buNone/>
            </a:pPr>
            <a:r>
              <a:rPr lang="en-US"/>
              <a:t>System Block Diagram</a:t>
            </a:r>
            <a:endParaRPr/>
          </a:p>
        </p:txBody>
      </p:sp>
      <p:sp>
        <p:nvSpPr>
          <p:cNvPr id="405" name="Google Shape;405;p15"/>
          <p:cNvSpPr/>
          <p:nvPr/>
        </p:nvSpPr>
        <p:spPr>
          <a:xfrm>
            <a:off x="4490550" y="1818425"/>
            <a:ext cx="3210900" cy="3449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PocketBeagle</a:t>
            </a:r>
            <a:endParaRPr/>
          </a:p>
        </p:txBody>
      </p:sp>
      <p:sp>
        <p:nvSpPr>
          <p:cNvPr id="406" name="Google Shape;406;p15"/>
          <p:cNvSpPr/>
          <p:nvPr/>
        </p:nvSpPr>
        <p:spPr>
          <a:xfrm>
            <a:off x="2226900" y="2369950"/>
            <a:ext cx="1717500" cy="5715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Button 1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(blue, main input)</a:t>
            </a:r>
            <a:endParaRPr/>
          </a:p>
        </p:txBody>
      </p:sp>
      <p:sp>
        <p:nvSpPr>
          <p:cNvPr id="407" name="Google Shape;407;p15"/>
          <p:cNvSpPr/>
          <p:nvPr/>
        </p:nvSpPr>
        <p:spPr>
          <a:xfrm>
            <a:off x="8362450" y="1946375"/>
            <a:ext cx="1361100" cy="31938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Display Screen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pins RS, EN, D7, D6, D5, and D4</a:t>
            </a:r>
            <a:endParaRPr/>
          </a:p>
        </p:txBody>
      </p:sp>
      <p:sp>
        <p:nvSpPr>
          <p:cNvPr id="408" name="Google Shape;408;p15"/>
          <p:cNvSpPr/>
          <p:nvPr/>
        </p:nvSpPr>
        <p:spPr>
          <a:xfrm>
            <a:off x="2129400" y="3320625"/>
            <a:ext cx="1912500" cy="5715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Button 2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(green, mode select)</a:t>
            </a:r>
            <a:endParaRPr/>
          </a:p>
        </p:txBody>
      </p:sp>
      <p:sp>
        <p:nvSpPr>
          <p:cNvPr id="409" name="Google Shape;409;p15"/>
          <p:cNvSpPr/>
          <p:nvPr/>
        </p:nvSpPr>
        <p:spPr>
          <a:xfrm>
            <a:off x="2324400" y="4271300"/>
            <a:ext cx="1717500" cy="5715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Button 3 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(red, backspace)</a:t>
            </a:r>
            <a:endParaRPr/>
          </a:p>
        </p:txBody>
      </p:sp>
      <p:sp>
        <p:nvSpPr>
          <p:cNvPr id="410" name="Google Shape;410;p15"/>
          <p:cNvSpPr txBox="1"/>
          <p:nvPr/>
        </p:nvSpPr>
        <p:spPr>
          <a:xfrm>
            <a:off x="4628100" y="2532525"/>
            <a:ext cx="717000" cy="3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P2_02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411" name="Google Shape;411;p15"/>
          <p:cNvSpPr txBox="1"/>
          <p:nvPr/>
        </p:nvSpPr>
        <p:spPr>
          <a:xfrm>
            <a:off x="4628100" y="3427125"/>
            <a:ext cx="717000" cy="3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P2_04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412" name="Google Shape;412;p15"/>
          <p:cNvSpPr txBox="1"/>
          <p:nvPr/>
        </p:nvSpPr>
        <p:spPr>
          <a:xfrm>
            <a:off x="4583275" y="4280550"/>
            <a:ext cx="717000" cy="358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P2_06</a:t>
            </a:r>
            <a:endParaRPr sz="1200">
              <a:solidFill>
                <a:schemeClr val="dk1"/>
              </a:solidFill>
            </a:endParaRPr>
          </a:p>
        </p:txBody>
      </p:sp>
      <p:sp>
        <p:nvSpPr>
          <p:cNvPr id="413" name="Google Shape;413;p15"/>
          <p:cNvSpPr txBox="1"/>
          <p:nvPr/>
        </p:nvSpPr>
        <p:spPr>
          <a:xfrm>
            <a:off x="6831175" y="2532525"/>
            <a:ext cx="717000" cy="220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P2_08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P2_10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P2_18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P2_20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</a:rPr>
              <a:t>P2_22</a:t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200">
                <a:solidFill>
                  <a:schemeClr val="dk1"/>
                </a:solidFill>
              </a:rPr>
              <a:t>P2_24</a:t>
            </a:r>
            <a:endParaRPr sz="1200">
              <a:solidFill>
                <a:schemeClr val="dk1"/>
              </a:solidFill>
            </a:endParaRPr>
          </a:p>
        </p:txBody>
      </p:sp>
      <p:cxnSp>
        <p:nvCxnSpPr>
          <p:cNvPr id="414" name="Google Shape;414;p15"/>
          <p:cNvCxnSpPr>
            <a:stCxn id="406" idx="3"/>
            <a:endCxn id="410" idx="1"/>
          </p:cNvCxnSpPr>
          <p:nvPr/>
        </p:nvCxnSpPr>
        <p:spPr>
          <a:xfrm>
            <a:off x="3944400" y="2655700"/>
            <a:ext cx="683700" cy="56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15" name="Google Shape;415;p15"/>
          <p:cNvCxnSpPr>
            <a:stCxn id="408" idx="3"/>
            <a:endCxn id="411" idx="1"/>
          </p:cNvCxnSpPr>
          <p:nvPr/>
        </p:nvCxnSpPr>
        <p:spPr>
          <a:xfrm>
            <a:off x="4041900" y="3606375"/>
            <a:ext cx="5862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16" name="Google Shape;416;p15"/>
          <p:cNvCxnSpPr>
            <a:stCxn id="409" idx="3"/>
            <a:endCxn id="412" idx="1"/>
          </p:cNvCxnSpPr>
          <p:nvPr/>
        </p:nvCxnSpPr>
        <p:spPr>
          <a:xfrm flipH="1" rot="10800000">
            <a:off x="4041900" y="4459850"/>
            <a:ext cx="541500" cy="972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17" name="Google Shape;417;p15"/>
          <p:cNvCxnSpPr>
            <a:stCxn id="413" idx="3"/>
            <a:endCxn id="407" idx="1"/>
          </p:cNvCxnSpPr>
          <p:nvPr/>
        </p:nvCxnSpPr>
        <p:spPr>
          <a:xfrm flipH="1" rot="10800000">
            <a:off x="7548175" y="3543225"/>
            <a:ext cx="814200" cy="930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16"/>
          <p:cNvSpPr txBox="1"/>
          <p:nvPr>
            <p:ph type="title"/>
          </p:nvPr>
        </p:nvSpPr>
        <p:spPr>
          <a:xfrm>
            <a:off x="609600" y="228600"/>
            <a:ext cx="10972800" cy="9144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6E8B"/>
              </a:buClr>
              <a:buSzPts val="3200"/>
              <a:buFont typeface="Arial"/>
              <a:buNone/>
            </a:pPr>
            <a:r>
              <a:rPr lang="en-US"/>
              <a:t>Power Block Diagram</a:t>
            </a:r>
            <a:endParaRPr/>
          </a:p>
        </p:txBody>
      </p:sp>
      <p:sp>
        <p:nvSpPr>
          <p:cNvPr id="423" name="Google Shape;423;p16"/>
          <p:cNvSpPr/>
          <p:nvPr/>
        </p:nvSpPr>
        <p:spPr>
          <a:xfrm>
            <a:off x="4345075" y="1610625"/>
            <a:ext cx="3210900" cy="3449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PocketBeagle</a:t>
            </a:r>
            <a:endParaRPr/>
          </a:p>
        </p:txBody>
      </p:sp>
      <p:sp>
        <p:nvSpPr>
          <p:cNvPr id="424" name="Google Shape;424;p16"/>
          <p:cNvSpPr/>
          <p:nvPr/>
        </p:nvSpPr>
        <p:spPr>
          <a:xfrm>
            <a:off x="1416400" y="3049725"/>
            <a:ext cx="1717500" cy="5715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USB from PC</a:t>
            </a:r>
            <a:endParaRPr/>
          </a:p>
        </p:txBody>
      </p:sp>
      <p:sp>
        <p:nvSpPr>
          <p:cNvPr id="425" name="Google Shape;425;p16"/>
          <p:cNvSpPr/>
          <p:nvPr/>
        </p:nvSpPr>
        <p:spPr>
          <a:xfrm>
            <a:off x="9074500" y="4343350"/>
            <a:ext cx="1717500" cy="5715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3 Buttons</a:t>
            </a:r>
            <a:endParaRPr/>
          </a:p>
        </p:txBody>
      </p:sp>
      <p:sp>
        <p:nvSpPr>
          <p:cNvPr id="426" name="Google Shape;426;p16"/>
          <p:cNvSpPr/>
          <p:nvPr/>
        </p:nvSpPr>
        <p:spPr>
          <a:xfrm>
            <a:off x="8991375" y="1371600"/>
            <a:ext cx="1717500" cy="571500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LCD Screen</a:t>
            </a:r>
            <a:endParaRPr/>
          </a:p>
        </p:txBody>
      </p:sp>
      <p:cxnSp>
        <p:nvCxnSpPr>
          <p:cNvPr id="427" name="Google Shape;427;p16"/>
          <p:cNvCxnSpPr>
            <a:stCxn id="424" idx="3"/>
            <a:endCxn id="423" idx="1"/>
          </p:cNvCxnSpPr>
          <p:nvPr/>
        </p:nvCxnSpPr>
        <p:spPr>
          <a:xfrm>
            <a:off x="3133900" y="3335475"/>
            <a:ext cx="12111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428" name="Google Shape;428;p16"/>
          <p:cNvCxnSpPr>
            <a:stCxn id="423" idx="3"/>
            <a:endCxn id="426" idx="1"/>
          </p:cNvCxnSpPr>
          <p:nvPr/>
        </p:nvCxnSpPr>
        <p:spPr>
          <a:xfrm flipH="1" rot="10800000">
            <a:off x="7555975" y="1657275"/>
            <a:ext cx="1435500" cy="1678200"/>
          </a:xfrm>
          <a:prstGeom prst="bentConnector3">
            <a:avLst>
              <a:gd fmla="val 49997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cxnSp>
        <p:nvCxnSpPr>
          <p:cNvPr id="429" name="Google Shape;429;p16"/>
          <p:cNvCxnSpPr>
            <a:stCxn id="423" idx="3"/>
            <a:endCxn id="425" idx="1"/>
          </p:cNvCxnSpPr>
          <p:nvPr/>
        </p:nvCxnSpPr>
        <p:spPr>
          <a:xfrm>
            <a:off x="7555975" y="3335475"/>
            <a:ext cx="1518600" cy="1293600"/>
          </a:xfrm>
          <a:prstGeom prst="bentConnector3">
            <a:avLst>
              <a:gd fmla="val 49998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stealth"/>
          </a:ln>
        </p:spPr>
      </p:cxnSp>
      <p:sp>
        <p:nvSpPr>
          <p:cNvPr id="430" name="Google Shape;430;p16"/>
          <p:cNvSpPr txBox="1"/>
          <p:nvPr/>
        </p:nvSpPr>
        <p:spPr>
          <a:xfrm>
            <a:off x="3522550" y="2899075"/>
            <a:ext cx="644100" cy="3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</a:rPr>
              <a:t>5V</a:t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431" name="Google Shape;431;p16"/>
          <p:cNvSpPr txBox="1"/>
          <p:nvPr/>
        </p:nvSpPr>
        <p:spPr>
          <a:xfrm>
            <a:off x="8271200" y="1207838"/>
            <a:ext cx="644100" cy="3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</a:rPr>
              <a:t>5V</a:t>
            </a:r>
            <a:endParaRPr sz="1500">
              <a:solidFill>
                <a:schemeClr val="dk1"/>
              </a:solidFill>
            </a:endParaRPr>
          </a:p>
        </p:txBody>
      </p:sp>
      <p:sp>
        <p:nvSpPr>
          <p:cNvPr id="432" name="Google Shape;432;p16"/>
          <p:cNvSpPr txBox="1"/>
          <p:nvPr/>
        </p:nvSpPr>
        <p:spPr>
          <a:xfrm>
            <a:off x="8347375" y="4244463"/>
            <a:ext cx="644100" cy="384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dk1"/>
                </a:solidFill>
              </a:rPr>
              <a:t>3.3V</a:t>
            </a:r>
            <a:endParaRPr sz="1500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17"/>
          <p:cNvSpPr txBox="1"/>
          <p:nvPr>
            <p:ph type="title"/>
          </p:nvPr>
        </p:nvSpPr>
        <p:spPr>
          <a:xfrm>
            <a:off x="609600" y="228600"/>
            <a:ext cx="10972800" cy="9144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6E8B"/>
              </a:buClr>
              <a:buSzPts val="3200"/>
              <a:buFont typeface="Arial"/>
              <a:buNone/>
            </a:pPr>
            <a:r>
              <a:rPr lang="en-US"/>
              <a:t>Components / Budget</a:t>
            </a:r>
            <a:endParaRPr/>
          </a:p>
        </p:txBody>
      </p:sp>
      <p:graphicFrame>
        <p:nvGraphicFramePr>
          <p:cNvPr id="438" name="Google Shape;438;p17"/>
          <p:cNvGraphicFramePr/>
          <p:nvPr/>
        </p:nvGraphicFramePr>
        <p:xfrm>
          <a:off x="609600" y="129540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{431AAE86-597A-40D9-BAE6-D5E806EC37A1}</a:tableStyleId>
              </a:tblPr>
              <a:tblGrid>
                <a:gridCol w="7837725"/>
                <a:gridCol w="1567550"/>
                <a:gridCol w="1567550"/>
              </a:tblGrid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none" cap="none" strike="noStrike"/>
                        <a:t>Component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EDES301</a:t>
                      </a:r>
                      <a:endParaRPr/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 to Buy?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Cost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Included in parts kit (buttons, wiring, PocketBeagle, etc.)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X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u="sng">
                          <a:solidFill>
                            <a:schemeClr val="hlink"/>
                          </a:solidFill>
                          <a:hlinkClick r:id="rId3"/>
                        </a:rPr>
                        <a:t>LCD Screen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Yes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/>
                        <a:t>$9.95</a:t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3708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439" name="Google Shape;439;p17"/>
          <p:cNvSpPr txBox="1"/>
          <p:nvPr/>
        </p:nvSpPr>
        <p:spPr>
          <a:xfrm>
            <a:off x="4457700" y="5029200"/>
            <a:ext cx="328808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See Next Slide for Instructions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3" name="Shape 4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18"/>
          <p:cNvSpPr txBox="1"/>
          <p:nvPr>
            <p:ph type="title"/>
          </p:nvPr>
        </p:nvSpPr>
        <p:spPr>
          <a:xfrm>
            <a:off x="609600" y="228600"/>
            <a:ext cx="10972800" cy="914401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276E8B"/>
              </a:buClr>
              <a:buSzPts val="3200"/>
              <a:buFont typeface="Arial"/>
              <a:buNone/>
            </a:pPr>
            <a:r>
              <a:rPr lang="en-US"/>
              <a:t>Component Selection (Remove slide for submission)</a:t>
            </a:r>
            <a:endParaRPr/>
          </a:p>
        </p:txBody>
      </p:sp>
      <p:sp>
        <p:nvSpPr>
          <p:cNvPr id="445" name="Google Shape;445;p18"/>
          <p:cNvSpPr txBox="1"/>
          <p:nvPr>
            <p:ph idx="1" type="body"/>
          </p:nvPr>
        </p:nvSpPr>
        <p:spPr>
          <a:xfrm>
            <a:off x="609600" y="1295400"/>
            <a:ext cx="10972800" cy="47243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28600" lvl="0" marL="2286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▪"/>
            </a:pPr>
            <a:r>
              <a:rPr lang="en-US"/>
              <a:t>All components must be from either:  </a:t>
            </a:r>
            <a:r>
              <a:rPr lang="en-US" u="sng">
                <a:solidFill>
                  <a:schemeClr val="hlink"/>
                </a:solidFill>
                <a:hlinkClick r:id="rId3"/>
              </a:rPr>
              <a:t>Amazon</a:t>
            </a:r>
            <a:r>
              <a:rPr lang="en-US"/>
              <a:t>, </a:t>
            </a:r>
            <a:r>
              <a:rPr lang="en-US" u="sng">
                <a:solidFill>
                  <a:schemeClr val="hlink"/>
                </a:solidFill>
                <a:hlinkClick r:id="rId4"/>
              </a:rPr>
              <a:t>Adafruit</a:t>
            </a:r>
            <a:r>
              <a:rPr lang="en-US"/>
              <a:t>, </a:t>
            </a:r>
            <a:r>
              <a:rPr lang="en-US" u="sng">
                <a:solidFill>
                  <a:schemeClr val="hlink"/>
                </a:solidFill>
                <a:hlinkClick r:id="rId5"/>
              </a:rPr>
              <a:t>Sparkfun</a:t>
            </a:r>
            <a:r>
              <a:rPr lang="en-US"/>
              <a:t>, </a:t>
            </a:r>
            <a:r>
              <a:rPr lang="en-US" u="sng">
                <a:solidFill>
                  <a:schemeClr val="hlink"/>
                </a:solidFill>
                <a:hlinkClick r:id="rId6"/>
              </a:rPr>
              <a:t>Digi-Key</a:t>
            </a:r>
            <a:r>
              <a:rPr lang="en-US"/>
              <a:t>, or </a:t>
            </a:r>
            <a:r>
              <a:rPr lang="en-US" u="sng">
                <a:solidFill>
                  <a:schemeClr val="hlink"/>
                </a:solidFill>
                <a:hlinkClick r:id="rId7"/>
              </a:rPr>
              <a:t>Mouser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2000"/>
              <a:buChar char="▪"/>
            </a:pPr>
            <a:r>
              <a:rPr lang="en-US"/>
              <a:t>Select no more than two (2) components that are not on approved component spreadsheet</a:t>
            </a:r>
            <a:endParaRPr/>
          </a:p>
          <a:p>
            <a:pPr indent="-182880" lvl="1" marL="4572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See Canvas 🡪 Files 🡪 assignments 🡪 EDES301_project_01_parts_list.xlsx</a:t>
            </a:r>
            <a:endParaRPr/>
          </a:p>
          <a:p>
            <a:pPr indent="-182880" lvl="1" marL="4572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If there is a cheaper part that you would like to use, we can discuss in the project meeting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2000"/>
              <a:buChar char="▪"/>
            </a:pPr>
            <a:r>
              <a:rPr lang="en-US"/>
              <a:t>All components needed for the project should be listed on Slide 5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2000"/>
              <a:buChar char="▪"/>
            </a:pPr>
            <a:r>
              <a:rPr lang="en-US"/>
              <a:t>All components should have links to the website where they can be purchased</a:t>
            </a:r>
            <a:endParaRPr/>
          </a:p>
          <a:p>
            <a:pPr indent="-182880" lvl="1" marL="4572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Please trim URLs for links to Amazon</a:t>
            </a:r>
            <a:endParaRPr/>
          </a:p>
          <a:p>
            <a:pPr indent="-228600" lvl="0" marL="228600" rtl="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2000"/>
              <a:buChar char="▪"/>
            </a:pPr>
            <a:r>
              <a:rPr lang="en-US"/>
              <a:t>EDES301 will supplement $25 to $35 dollars for components</a:t>
            </a:r>
            <a:endParaRPr/>
          </a:p>
          <a:p>
            <a:pPr indent="-182880" lvl="1" marL="4572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▪"/>
            </a:pPr>
            <a:r>
              <a:rPr lang="en-US"/>
              <a:t>Please indicate what components need to be purchased by EDES301</a:t>
            </a:r>
            <a:endParaRPr/>
          </a:p>
          <a:p>
            <a:pPr indent="-101600" lvl="0" marL="228600" rtl="0" algn="l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/>
          </a:p>
        </p:txBody>
      </p:sp>
      <p:sp>
        <p:nvSpPr>
          <p:cNvPr id="446" name="Google Shape;446;p18"/>
          <p:cNvSpPr txBox="1"/>
          <p:nvPr/>
        </p:nvSpPr>
        <p:spPr>
          <a:xfrm>
            <a:off x="2590800" y="6286500"/>
            <a:ext cx="7083991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you have a special request, we can discuss in the project meeting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DiamondGrid">
      <a:dk1>
        <a:srgbClr val="2D2E2D"/>
      </a:dk1>
      <a:lt1>
        <a:srgbClr val="FFFFFF"/>
      </a:lt1>
      <a:dk2>
        <a:srgbClr val="000000"/>
      </a:dk2>
      <a:lt2>
        <a:srgbClr val="EAEAEA"/>
      </a:lt2>
      <a:accent1>
        <a:srgbClr val="D15A3E"/>
      </a:accent1>
      <a:accent2>
        <a:srgbClr val="B2B2B2"/>
      </a:accent2>
      <a:accent3>
        <a:srgbClr val="4F91A1"/>
      </a:accent3>
      <a:accent4>
        <a:srgbClr val="F0BA34"/>
      </a:accent4>
      <a:accent5>
        <a:srgbClr val="AEB733"/>
      </a:accent5>
      <a:accent6>
        <a:srgbClr val="926397"/>
      </a:accent6>
      <a:hlink>
        <a:srgbClr val="4F91A1"/>
      </a:hlink>
      <a:folHlink>
        <a:srgbClr val="808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iamond Grid 16x9">
  <a:themeElements>
    <a:clrScheme name="Custom 3">
      <a:dk1>
        <a:srgbClr val="000000"/>
      </a:dk1>
      <a:lt1>
        <a:srgbClr val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000000"/>
      </a:hlink>
      <a:folHlink>
        <a:srgbClr val="9F671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