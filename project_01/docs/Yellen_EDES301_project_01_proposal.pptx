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6D38CD-A279-4388-BD30-0721C9A04DA6}">
  <a:tblStyle styleId="{5A6D38CD-A279-4388-BD30-0721C9A04DA6}" styleName="Table_0">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1d88c994d30b0dd7_1_0: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h1d88c994d30b0dd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4bebc35e11a994aa_0_0: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h4bebc35e11a994a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had7486201f07822_0_0: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had7486201f0782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4db1e5819fb5c0f_0_3: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h4db1e5819fb5c0f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h4db1e5819fb5c0f_0_44: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h4db1e5819fb5c0f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7" name="Shape 67"/>
        <p:cNvGrpSpPr/>
        <p:nvPr/>
      </p:nvGrpSpPr>
      <p:grpSpPr>
        <a:xfrm>
          <a:off x="0" y="0"/>
          <a:ext cx="0" cy="0"/>
          <a:chOff x="0" y="0"/>
          <a:chExt cx="0" cy="0"/>
        </a:xfrm>
      </p:grpSpPr>
      <p:grpSp>
        <p:nvGrpSpPr>
          <p:cNvPr id="68" name="Google Shape;68;p2"/>
          <p:cNvGrpSpPr/>
          <p:nvPr/>
        </p:nvGrpSpPr>
        <p:grpSpPr>
          <a:xfrm>
            <a:off x="-1" y="0"/>
            <a:ext cx="12192002" cy="6858000"/>
            <a:chOff x="-1" y="0"/>
            <a:chExt cx="12192002" cy="6858000"/>
          </a:xfrm>
        </p:grpSpPr>
        <p:cxnSp>
          <p:nvCxnSpPr>
            <p:cNvPr id="69" name="Google Shape;69;p2"/>
            <p:cNvCxnSpPr/>
            <p:nvPr/>
          </p:nvCxnSpPr>
          <p:spPr>
            <a:xfrm>
              <a:off x="610194"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0" name="Google Shape;70;p2"/>
            <p:cNvCxnSpPr/>
            <p:nvPr/>
          </p:nvCxnSpPr>
          <p:spPr>
            <a:xfrm>
              <a:off x="1829332"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1" name="Google Shape;71;p2"/>
            <p:cNvCxnSpPr/>
            <p:nvPr/>
          </p:nvCxnSpPr>
          <p:spPr>
            <a:xfrm>
              <a:off x="3048470"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2" name="Google Shape;72;p2"/>
            <p:cNvCxnSpPr/>
            <p:nvPr/>
          </p:nvCxnSpPr>
          <p:spPr>
            <a:xfrm>
              <a:off x="4267608"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3" name="Google Shape;73;p2"/>
            <p:cNvCxnSpPr/>
            <p:nvPr/>
          </p:nvCxnSpPr>
          <p:spPr>
            <a:xfrm>
              <a:off x="5486746"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4" name="Google Shape;74;p2"/>
            <p:cNvCxnSpPr/>
            <p:nvPr/>
          </p:nvCxnSpPr>
          <p:spPr>
            <a:xfrm>
              <a:off x="6705884"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5" name="Google Shape;75;p2"/>
            <p:cNvCxnSpPr/>
            <p:nvPr/>
          </p:nvCxnSpPr>
          <p:spPr>
            <a:xfrm>
              <a:off x="7925022"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6" name="Google Shape;76;p2"/>
            <p:cNvCxnSpPr/>
            <p:nvPr/>
          </p:nvCxnSpPr>
          <p:spPr>
            <a:xfrm>
              <a:off x="9144160"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7" name="Google Shape;77;p2"/>
            <p:cNvCxnSpPr/>
            <p:nvPr/>
          </p:nvCxnSpPr>
          <p:spPr>
            <a:xfrm>
              <a:off x="10363298"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8" name="Google Shape;78;p2"/>
            <p:cNvCxnSpPr/>
            <p:nvPr/>
          </p:nvCxnSpPr>
          <p:spPr>
            <a:xfrm>
              <a:off x="11582436" y="0"/>
              <a:ext cx="0"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79" name="Google Shape;79;p2"/>
            <p:cNvCxnSpPr/>
            <p:nvPr/>
          </p:nvCxnSpPr>
          <p:spPr>
            <a:xfrm>
              <a:off x="2819" y="386485"/>
              <a:ext cx="12188952" cy="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0" name="Google Shape;80;p2"/>
            <p:cNvCxnSpPr/>
            <p:nvPr/>
          </p:nvCxnSpPr>
          <p:spPr>
            <a:xfrm>
              <a:off x="2819" y="1611181"/>
              <a:ext cx="12188952" cy="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1" name="Google Shape;81;p2"/>
            <p:cNvCxnSpPr/>
            <p:nvPr/>
          </p:nvCxnSpPr>
          <p:spPr>
            <a:xfrm>
              <a:off x="2819" y="2835877"/>
              <a:ext cx="12188952" cy="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2" name="Google Shape;82;p2"/>
            <p:cNvCxnSpPr/>
            <p:nvPr/>
          </p:nvCxnSpPr>
          <p:spPr>
            <a:xfrm>
              <a:off x="2819" y="4060573"/>
              <a:ext cx="12188952" cy="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3" name="Google Shape;83;p2"/>
            <p:cNvCxnSpPr/>
            <p:nvPr/>
          </p:nvCxnSpPr>
          <p:spPr>
            <a:xfrm>
              <a:off x="2819" y="5285269"/>
              <a:ext cx="12188952" cy="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4" name="Google Shape;84;p2"/>
            <p:cNvCxnSpPr/>
            <p:nvPr/>
          </p:nvCxnSpPr>
          <p:spPr>
            <a:xfrm>
              <a:off x="2819" y="6509965"/>
              <a:ext cx="12188952" cy="0"/>
            </a:xfrm>
            <a:prstGeom prst="straightConnector1">
              <a:avLst/>
            </a:prstGeom>
            <a:noFill/>
            <a:ln cap="flat" cmpd="sng" w="9525">
              <a:solidFill>
                <a:srgbClr val="D8D8D8">
                  <a:alpha val="34902"/>
                </a:srgbClr>
              </a:solidFill>
              <a:prstDash val="solid"/>
              <a:miter lim="8000"/>
              <a:headEnd len="sm" w="sm" type="none"/>
              <a:tailEnd len="sm" w="sm" type="none"/>
            </a:ln>
          </p:spPr>
        </p:cxnSp>
        <p:grpSp>
          <p:nvGrpSpPr>
            <p:cNvPr id="85" name="Google Shape;85;p2"/>
            <p:cNvGrpSpPr/>
            <p:nvPr/>
          </p:nvGrpSpPr>
          <p:grpSpPr>
            <a:xfrm>
              <a:off x="-1" y="0"/>
              <a:ext cx="12192001" cy="6858000"/>
              <a:chOff x="-1" y="0"/>
              <a:chExt cx="12192001" cy="6858000"/>
            </a:xfrm>
          </p:grpSpPr>
          <p:cxnSp>
            <p:nvCxnSpPr>
              <p:cNvPr id="86" name="Google Shape;86;p2"/>
              <p:cNvCxnSpPr/>
              <p:nvPr/>
            </p:nvCxnSpPr>
            <p:spPr>
              <a:xfrm>
                <a:off x="225425"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7" name="Google Shape;87;p2"/>
              <p:cNvCxnSpPr/>
              <p:nvPr/>
            </p:nvCxnSpPr>
            <p:spPr>
              <a:xfrm>
                <a:off x="1449154"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8" name="Google Shape;88;p2"/>
              <p:cNvCxnSpPr/>
              <p:nvPr/>
            </p:nvCxnSpPr>
            <p:spPr>
              <a:xfrm>
                <a:off x="2665982"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89" name="Google Shape;89;p2"/>
              <p:cNvCxnSpPr/>
              <p:nvPr/>
            </p:nvCxnSpPr>
            <p:spPr>
              <a:xfrm>
                <a:off x="3885119"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90" name="Google Shape;90;p2"/>
              <p:cNvCxnSpPr/>
              <p:nvPr/>
            </p:nvCxnSpPr>
            <p:spPr>
              <a:xfrm>
                <a:off x="5106502"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grpSp>
            <p:nvGrpSpPr>
              <p:cNvPr id="91" name="Google Shape;91;p2"/>
              <p:cNvGrpSpPr/>
              <p:nvPr/>
            </p:nvGrpSpPr>
            <p:grpSpPr>
              <a:xfrm>
                <a:off x="6327885" y="0"/>
                <a:ext cx="5864115" cy="5898673"/>
                <a:chOff x="6327885" y="0"/>
                <a:chExt cx="5864115" cy="5898673"/>
              </a:xfrm>
            </p:grpSpPr>
            <p:cxnSp>
              <p:nvCxnSpPr>
                <p:cNvPr id="92" name="Google Shape;92;p2"/>
                <p:cNvCxnSpPr/>
                <p:nvPr/>
              </p:nvCxnSpPr>
              <p:spPr>
                <a:xfrm>
                  <a:off x="6327885" y="0"/>
                  <a:ext cx="5864115" cy="5898673"/>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93" name="Google Shape;93;p2"/>
                <p:cNvCxnSpPr/>
                <p:nvPr/>
              </p:nvCxnSpPr>
              <p:spPr>
                <a:xfrm>
                  <a:off x="7549268" y="0"/>
                  <a:ext cx="4642732" cy="4672425"/>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94" name="Google Shape;94;p2"/>
                <p:cNvCxnSpPr/>
                <p:nvPr/>
              </p:nvCxnSpPr>
              <p:spPr>
                <a:xfrm>
                  <a:off x="8772997" y="0"/>
                  <a:ext cx="3419003" cy="3456749"/>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95" name="Google Shape;95;p2"/>
                <p:cNvCxnSpPr/>
                <p:nvPr/>
              </p:nvCxnSpPr>
              <p:spPr>
                <a:xfrm>
                  <a:off x="9982200" y="0"/>
                  <a:ext cx="2209800" cy="2226469"/>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96" name="Google Shape;96;p2"/>
                <p:cNvCxnSpPr/>
                <p:nvPr/>
              </p:nvCxnSpPr>
              <p:spPr>
                <a:xfrm>
                  <a:off x="11199019" y="0"/>
                  <a:ext cx="992981" cy="1002506"/>
                </a:xfrm>
                <a:prstGeom prst="straightConnector1">
                  <a:avLst/>
                </a:prstGeom>
                <a:noFill/>
                <a:ln cap="flat" cmpd="sng" w="9525">
                  <a:solidFill>
                    <a:srgbClr val="D8D8D8">
                      <a:alpha val="34902"/>
                    </a:srgbClr>
                  </a:solidFill>
                  <a:prstDash val="solid"/>
                  <a:miter lim="8000"/>
                  <a:headEnd len="sm" w="sm" type="none"/>
                  <a:tailEnd len="sm" w="sm" type="none"/>
                </a:ln>
              </p:spPr>
            </p:cxnSp>
          </p:grpSp>
          <p:cxnSp>
            <p:nvCxnSpPr>
              <p:cNvPr id="97" name="Google Shape;97;p2"/>
              <p:cNvCxnSpPr/>
              <p:nvPr/>
            </p:nvCxnSpPr>
            <p:spPr>
              <a:xfrm rot="10800000">
                <a:off x="-1" y="1012053"/>
                <a:ext cx="5828811" cy="5845945"/>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98" name="Google Shape;98;p2"/>
              <p:cNvCxnSpPr/>
              <p:nvPr/>
            </p:nvCxnSpPr>
            <p:spPr>
              <a:xfrm rot="10800000">
                <a:off x="-1" y="2227340"/>
                <a:ext cx="4614781" cy="4630658"/>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99" name="Google Shape;99;p2"/>
              <p:cNvCxnSpPr/>
              <p:nvPr/>
            </p:nvCxnSpPr>
            <p:spPr>
              <a:xfrm rot="10800000">
                <a:off x="-1" y="3432149"/>
                <a:ext cx="3398419" cy="3425849"/>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00" name="Google Shape;100;p2"/>
              <p:cNvCxnSpPr/>
              <p:nvPr/>
            </p:nvCxnSpPr>
            <p:spPr>
              <a:xfrm rot="10800000">
                <a:off x="-1" y="4651431"/>
                <a:ext cx="2196496" cy="2206567"/>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01" name="Google Shape;101;p2"/>
              <p:cNvCxnSpPr/>
              <p:nvPr/>
            </p:nvCxnSpPr>
            <p:spPr>
              <a:xfrm rot="10800000">
                <a:off x="-1" y="5864453"/>
                <a:ext cx="987003" cy="993545"/>
              </a:xfrm>
              <a:prstGeom prst="straightConnector1">
                <a:avLst/>
              </a:prstGeom>
              <a:noFill/>
              <a:ln cap="flat" cmpd="sng" w="9525">
                <a:solidFill>
                  <a:srgbClr val="D8D8D8">
                    <a:alpha val="34902"/>
                  </a:srgbClr>
                </a:solidFill>
                <a:prstDash val="solid"/>
                <a:miter lim="8000"/>
                <a:headEnd len="sm" w="sm" type="none"/>
                <a:tailEnd len="sm" w="sm" type="none"/>
              </a:ln>
            </p:spPr>
          </p:cxnSp>
        </p:grpSp>
        <p:grpSp>
          <p:nvGrpSpPr>
            <p:cNvPr id="102" name="Google Shape;102;p2"/>
            <p:cNvGrpSpPr/>
            <p:nvPr/>
          </p:nvGrpSpPr>
          <p:grpSpPr>
            <a:xfrm flipH="1">
              <a:off x="0" y="0"/>
              <a:ext cx="12192001" cy="6858000"/>
              <a:chOff x="-1" y="0"/>
              <a:chExt cx="12192001" cy="6858000"/>
            </a:xfrm>
          </p:grpSpPr>
          <p:cxnSp>
            <p:nvCxnSpPr>
              <p:cNvPr id="103" name="Google Shape;103;p2"/>
              <p:cNvCxnSpPr/>
              <p:nvPr/>
            </p:nvCxnSpPr>
            <p:spPr>
              <a:xfrm>
                <a:off x="225425"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04" name="Google Shape;104;p2"/>
              <p:cNvCxnSpPr/>
              <p:nvPr/>
            </p:nvCxnSpPr>
            <p:spPr>
              <a:xfrm>
                <a:off x="1449154"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05" name="Google Shape;105;p2"/>
              <p:cNvCxnSpPr/>
              <p:nvPr/>
            </p:nvCxnSpPr>
            <p:spPr>
              <a:xfrm>
                <a:off x="2665982"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06" name="Google Shape;106;p2"/>
              <p:cNvCxnSpPr/>
              <p:nvPr/>
            </p:nvCxnSpPr>
            <p:spPr>
              <a:xfrm>
                <a:off x="3885119"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07" name="Google Shape;107;p2"/>
              <p:cNvCxnSpPr/>
              <p:nvPr/>
            </p:nvCxnSpPr>
            <p:spPr>
              <a:xfrm>
                <a:off x="5150644" y="0"/>
                <a:ext cx="6815931" cy="6858000"/>
              </a:xfrm>
              <a:prstGeom prst="straightConnector1">
                <a:avLst/>
              </a:prstGeom>
              <a:noFill/>
              <a:ln cap="flat" cmpd="sng" w="9525">
                <a:solidFill>
                  <a:srgbClr val="D8D8D8">
                    <a:alpha val="34902"/>
                  </a:srgbClr>
                </a:solidFill>
                <a:prstDash val="solid"/>
                <a:miter lim="8000"/>
                <a:headEnd len="sm" w="sm" type="none"/>
                <a:tailEnd len="sm" w="sm" type="none"/>
              </a:ln>
            </p:spPr>
          </p:cxnSp>
          <p:grpSp>
            <p:nvGrpSpPr>
              <p:cNvPr id="108" name="Google Shape;108;p2"/>
              <p:cNvGrpSpPr/>
              <p:nvPr/>
            </p:nvGrpSpPr>
            <p:grpSpPr>
              <a:xfrm>
                <a:off x="6327885" y="0"/>
                <a:ext cx="5864115" cy="5898673"/>
                <a:chOff x="6327885" y="0"/>
                <a:chExt cx="5864115" cy="5898673"/>
              </a:xfrm>
            </p:grpSpPr>
            <p:cxnSp>
              <p:nvCxnSpPr>
                <p:cNvPr id="109" name="Google Shape;109;p2"/>
                <p:cNvCxnSpPr/>
                <p:nvPr/>
              </p:nvCxnSpPr>
              <p:spPr>
                <a:xfrm>
                  <a:off x="6327885" y="0"/>
                  <a:ext cx="5864115" cy="5898673"/>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0" name="Google Shape;110;p2"/>
                <p:cNvCxnSpPr/>
                <p:nvPr/>
              </p:nvCxnSpPr>
              <p:spPr>
                <a:xfrm>
                  <a:off x="7549268" y="0"/>
                  <a:ext cx="4642732" cy="4672425"/>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1" name="Google Shape;111;p2"/>
                <p:cNvCxnSpPr/>
                <p:nvPr/>
              </p:nvCxnSpPr>
              <p:spPr>
                <a:xfrm>
                  <a:off x="8772997" y="0"/>
                  <a:ext cx="3419003" cy="3456749"/>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2" name="Google Shape;112;p2"/>
                <p:cNvCxnSpPr/>
                <p:nvPr/>
              </p:nvCxnSpPr>
              <p:spPr>
                <a:xfrm>
                  <a:off x="9982200" y="0"/>
                  <a:ext cx="2209800" cy="2226469"/>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3" name="Google Shape;113;p2"/>
                <p:cNvCxnSpPr/>
                <p:nvPr/>
              </p:nvCxnSpPr>
              <p:spPr>
                <a:xfrm>
                  <a:off x="11199019" y="0"/>
                  <a:ext cx="992981" cy="1002506"/>
                </a:xfrm>
                <a:prstGeom prst="straightConnector1">
                  <a:avLst/>
                </a:prstGeom>
                <a:noFill/>
                <a:ln cap="flat" cmpd="sng" w="9525">
                  <a:solidFill>
                    <a:srgbClr val="D8D8D8">
                      <a:alpha val="34902"/>
                    </a:srgbClr>
                  </a:solidFill>
                  <a:prstDash val="solid"/>
                  <a:miter lim="8000"/>
                  <a:headEnd len="sm" w="sm" type="none"/>
                  <a:tailEnd len="sm" w="sm" type="none"/>
                </a:ln>
              </p:spPr>
            </p:cxnSp>
          </p:grpSp>
          <p:cxnSp>
            <p:nvCxnSpPr>
              <p:cNvPr id="114" name="Google Shape;114;p2"/>
              <p:cNvCxnSpPr/>
              <p:nvPr/>
            </p:nvCxnSpPr>
            <p:spPr>
              <a:xfrm rot="10800000">
                <a:off x="-1" y="1012053"/>
                <a:ext cx="5828811" cy="5845945"/>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5" name="Google Shape;115;p2"/>
              <p:cNvCxnSpPr/>
              <p:nvPr/>
            </p:nvCxnSpPr>
            <p:spPr>
              <a:xfrm rot="10800000">
                <a:off x="-1" y="2227340"/>
                <a:ext cx="4614781" cy="4630658"/>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6" name="Google Shape;116;p2"/>
              <p:cNvCxnSpPr/>
              <p:nvPr/>
            </p:nvCxnSpPr>
            <p:spPr>
              <a:xfrm rot="10800000">
                <a:off x="-1" y="3432149"/>
                <a:ext cx="3398419" cy="3425849"/>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7" name="Google Shape;117;p2"/>
              <p:cNvCxnSpPr/>
              <p:nvPr/>
            </p:nvCxnSpPr>
            <p:spPr>
              <a:xfrm rot="10800000">
                <a:off x="-1" y="4651431"/>
                <a:ext cx="2196496" cy="2206567"/>
              </a:xfrm>
              <a:prstGeom prst="straightConnector1">
                <a:avLst/>
              </a:prstGeom>
              <a:noFill/>
              <a:ln cap="flat" cmpd="sng" w="9525">
                <a:solidFill>
                  <a:srgbClr val="D8D8D8">
                    <a:alpha val="34902"/>
                  </a:srgbClr>
                </a:solidFill>
                <a:prstDash val="solid"/>
                <a:miter lim="8000"/>
                <a:headEnd len="sm" w="sm" type="none"/>
                <a:tailEnd len="sm" w="sm" type="none"/>
              </a:ln>
            </p:spPr>
          </p:cxnSp>
          <p:cxnSp>
            <p:nvCxnSpPr>
              <p:cNvPr id="118" name="Google Shape;118;p2"/>
              <p:cNvCxnSpPr/>
              <p:nvPr/>
            </p:nvCxnSpPr>
            <p:spPr>
              <a:xfrm rot="10800000">
                <a:off x="-1" y="5864453"/>
                <a:ext cx="987003" cy="993545"/>
              </a:xfrm>
              <a:prstGeom prst="straightConnector1">
                <a:avLst/>
              </a:prstGeom>
              <a:noFill/>
              <a:ln cap="flat" cmpd="sng" w="9525">
                <a:solidFill>
                  <a:srgbClr val="D8D8D8">
                    <a:alpha val="34902"/>
                  </a:srgbClr>
                </a:solidFill>
                <a:prstDash val="solid"/>
                <a:miter lim="8000"/>
                <a:headEnd len="sm" w="sm" type="none"/>
                <a:tailEnd len="sm" w="sm" type="none"/>
              </a:ln>
            </p:spPr>
          </p:cxnSp>
        </p:grpSp>
      </p:grpSp>
      <p:sp>
        <p:nvSpPr>
          <p:cNvPr id="119" name="Google Shape;119;p2"/>
          <p:cNvSpPr txBox="1"/>
          <p:nvPr>
            <p:ph type="ctrTitle"/>
          </p:nvPr>
        </p:nvSpPr>
        <p:spPr>
          <a:xfrm>
            <a:off x="1293845" y="1909346"/>
            <a:ext cx="9604310" cy="3383280"/>
          </a:xfrm>
          <a:prstGeom prst="rect">
            <a:avLst/>
          </a:prstGeom>
          <a:noFill/>
          <a:ln>
            <a:noFill/>
          </a:ln>
        </p:spPr>
        <p:txBody>
          <a:bodyPr anchorCtr="0" anchor="b" bIns="45700" lIns="91425" spcFirstLastPara="1" rIns="91425" wrap="square" tIns="45700">
            <a:normAutofit/>
          </a:bodyPr>
          <a:lstStyle>
            <a:lvl1pPr lvl="0" algn="l">
              <a:lnSpc>
                <a:spcPct val="76000"/>
              </a:lnSpc>
              <a:spcBef>
                <a:spcPts val="0"/>
              </a:spcBef>
              <a:spcAft>
                <a:spcPts val="0"/>
              </a:spcAft>
              <a:buClr>
                <a:schemeClr val="dk1"/>
              </a:buClr>
              <a:buSzPts val="8000"/>
              <a:buFont typeface="Arial"/>
              <a:buNone/>
              <a:defRPr sz="8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2"/>
          <p:cNvSpPr txBox="1"/>
          <p:nvPr>
            <p:ph idx="1" type="subTitle"/>
          </p:nvPr>
        </p:nvSpPr>
        <p:spPr>
          <a:xfrm>
            <a:off x="1293845" y="5432564"/>
            <a:ext cx="9604310" cy="457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b="0" sz="2000">
                <a:solidFill>
                  <a:srgbClr val="276E8B"/>
                </a:solidFill>
              </a:defRPr>
            </a:lvl1pPr>
            <a:lvl2pPr lvl="1" algn="ctr">
              <a:lnSpc>
                <a:spcPct val="90000"/>
              </a:lnSpc>
              <a:spcBef>
                <a:spcPts val="1200"/>
              </a:spcBef>
              <a:spcAft>
                <a:spcPts val="0"/>
              </a:spcAft>
              <a:buSzPts val="2000"/>
              <a:buNone/>
              <a:defRPr sz="2000"/>
            </a:lvl2pPr>
            <a:lvl3pPr lvl="2" algn="ctr">
              <a:lnSpc>
                <a:spcPct val="90000"/>
              </a:lnSpc>
              <a:spcBef>
                <a:spcPts val="800"/>
              </a:spcBef>
              <a:spcAft>
                <a:spcPts val="0"/>
              </a:spcAft>
              <a:buSzPts val="1800"/>
              <a:buNone/>
              <a:defRPr sz="1800"/>
            </a:lvl3pPr>
            <a:lvl4pPr lvl="3" algn="ctr">
              <a:lnSpc>
                <a:spcPct val="90000"/>
              </a:lnSpc>
              <a:spcBef>
                <a:spcPts val="800"/>
              </a:spcBef>
              <a:spcAft>
                <a:spcPts val="0"/>
              </a:spcAft>
              <a:buSzPts val="1600"/>
              <a:buNone/>
              <a:defRPr sz="1600"/>
            </a:lvl4pPr>
            <a:lvl5pPr lvl="4" algn="ctr">
              <a:lnSpc>
                <a:spcPct val="90000"/>
              </a:lnSpc>
              <a:spcBef>
                <a:spcPts val="600"/>
              </a:spcBef>
              <a:spcAft>
                <a:spcPts val="0"/>
              </a:spcAft>
              <a:buSzPts val="1600"/>
              <a:buNone/>
              <a:defRPr sz="1600"/>
            </a:lvl5pPr>
            <a:lvl6pPr lvl="5" algn="ctr">
              <a:lnSpc>
                <a:spcPct val="90000"/>
              </a:lnSpc>
              <a:spcBef>
                <a:spcPts val="600"/>
              </a:spcBef>
              <a:spcAft>
                <a:spcPts val="0"/>
              </a:spcAft>
              <a:buSzPts val="1600"/>
              <a:buNone/>
              <a:defRPr sz="1600"/>
            </a:lvl6pPr>
            <a:lvl7pPr lvl="6" algn="ctr">
              <a:lnSpc>
                <a:spcPct val="90000"/>
              </a:lnSpc>
              <a:spcBef>
                <a:spcPts val="600"/>
              </a:spcBef>
              <a:spcAft>
                <a:spcPts val="0"/>
              </a:spcAft>
              <a:buSzPts val="1600"/>
              <a:buNone/>
              <a:defRPr sz="1600"/>
            </a:lvl7pPr>
            <a:lvl8pPr lvl="7" algn="ctr">
              <a:lnSpc>
                <a:spcPct val="90000"/>
              </a:lnSpc>
              <a:spcBef>
                <a:spcPts val="600"/>
              </a:spcBef>
              <a:spcAft>
                <a:spcPts val="0"/>
              </a:spcAft>
              <a:buSzPts val="1600"/>
              <a:buNone/>
              <a:defRPr sz="1600"/>
            </a:lvl8pPr>
            <a:lvl9pPr lvl="8" algn="ctr">
              <a:lnSpc>
                <a:spcPct val="90000"/>
              </a:lnSpc>
              <a:spcBef>
                <a:spcPts val="600"/>
              </a:spcBef>
              <a:spcAft>
                <a:spcPts val="0"/>
              </a:spcAft>
              <a:buSzPts val="1600"/>
              <a:buNone/>
              <a:defRPr sz="1600"/>
            </a:lvl9pPr>
          </a:lstStyle>
          <a:p/>
        </p:txBody>
      </p:sp>
      <p:cxnSp>
        <p:nvCxnSpPr>
          <p:cNvPr id="121" name="Google Shape;121;p2"/>
          <p:cNvCxnSpPr/>
          <p:nvPr/>
        </p:nvCxnSpPr>
        <p:spPr>
          <a:xfrm>
            <a:off x="1295400" y="5294175"/>
            <a:ext cx="9601200" cy="0"/>
          </a:xfrm>
          <a:prstGeom prst="straightConnector1">
            <a:avLst/>
          </a:prstGeom>
          <a:noFill/>
          <a:ln cap="flat" cmpd="sng" w="12700">
            <a:solidFill>
              <a:schemeClr val="accent1"/>
            </a:solidFill>
            <a:prstDash val="solid"/>
            <a:miter lim="8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p3"/>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76E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3"/>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125" name="Google Shape;125;p3"/>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297694"/>
            </a:gs>
            <a:gs pos="100000">
              <a:srgbClr val="297694"/>
            </a:gs>
          </a:gsLst>
          <a:path path="circle">
            <a:fillToRect b="50%" l="50%" r="50%" t="50%"/>
          </a:path>
          <a:tileRect/>
        </a:gradFill>
      </p:bgPr>
    </p:bg>
    <p:spTree>
      <p:nvGrpSpPr>
        <p:cNvPr id="128" name="Shape 128"/>
        <p:cNvGrpSpPr/>
        <p:nvPr/>
      </p:nvGrpSpPr>
      <p:grpSpPr>
        <a:xfrm>
          <a:off x="0" y="0"/>
          <a:ext cx="0" cy="0"/>
          <a:chOff x="0" y="0"/>
          <a:chExt cx="0" cy="0"/>
        </a:xfrm>
      </p:grpSpPr>
      <p:grpSp>
        <p:nvGrpSpPr>
          <p:cNvPr id="129" name="Google Shape;129;p4"/>
          <p:cNvGrpSpPr/>
          <p:nvPr/>
        </p:nvGrpSpPr>
        <p:grpSpPr>
          <a:xfrm>
            <a:off x="-1" y="0"/>
            <a:ext cx="12192002" cy="6858000"/>
            <a:chOff x="-1" y="0"/>
            <a:chExt cx="12192002" cy="6858000"/>
          </a:xfrm>
        </p:grpSpPr>
        <p:cxnSp>
          <p:nvCxnSpPr>
            <p:cNvPr id="130" name="Google Shape;130;p4"/>
            <p:cNvCxnSpPr/>
            <p:nvPr/>
          </p:nvCxnSpPr>
          <p:spPr>
            <a:xfrm>
              <a:off x="610194"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1" name="Google Shape;131;p4"/>
            <p:cNvCxnSpPr/>
            <p:nvPr/>
          </p:nvCxnSpPr>
          <p:spPr>
            <a:xfrm>
              <a:off x="1829332"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2" name="Google Shape;132;p4"/>
            <p:cNvCxnSpPr/>
            <p:nvPr/>
          </p:nvCxnSpPr>
          <p:spPr>
            <a:xfrm>
              <a:off x="3048470"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3" name="Google Shape;133;p4"/>
            <p:cNvCxnSpPr/>
            <p:nvPr/>
          </p:nvCxnSpPr>
          <p:spPr>
            <a:xfrm>
              <a:off x="4267608"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4" name="Google Shape;134;p4"/>
            <p:cNvCxnSpPr/>
            <p:nvPr/>
          </p:nvCxnSpPr>
          <p:spPr>
            <a:xfrm>
              <a:off x="5486746"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5" name="Google Shape;135;p4"/>
            <p:cNvCxnSpPr/>
            <p:nvPr/>
          </p:nvCxnSpPr>
          <p:spPr>
            <a:xfrm>
              <a:off x="6705884"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6" name="Google Shape;136;p4"/>
            <p:cNvCxnSpPr/>
            <p:nvPr/>
          </p:nvCxnSpPr>
          <p:spPr>
            <a:xfrm>
              <a:off x="7925022"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7" name="Google Shape;137;p4"/>
            <p:cNvCxnSpPr/>
            <p:nvPr/>
          </p:nvCxnSpPr>
          <p:spPr>
            <a:xfrm>
              <a:off x="9144160"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8" name="Google Shape;138;p4"/>
            <p:cNvCxnSpPr/>
            <p:nvPr/>
          </p:nvCxnSpPr>
          <p:spPr>
            <a:xfrm>
              <a:off x="10363298"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39" name="Google Shape;139;p4"/>
            <p:cNvCxnSpPr/>
            <p:nvPr/>
          </p:nvCxnSpPr>
          <p:spPr>
            <a:xfrm>
              <a:off x="11582436"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0" name="Google Shape;140;p4"/>
            <p:cNvCxnSpPr/>
            <p:nvPr/>
          </p:nvCxnSpPr>
          <p:spPr>
            <a:xfrm>
              <a:off x="2819" y="386485"/>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1" name="Google Shape;141;p4"/>
            <p:cNvCxnSpPr/>
            <p:nvPr/>
          </p:nvCxnSpPr>
          <p:spPr>
            <a:xfrm>
              <a:off x="2819" y="1611181"/>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2" name="Google Shape;142;p4"/>
            <p:cNvCxnSpPr/>
            <p:nvPr/>
          </p:nvCxnSpPr>
          <p:spPr>
            <a:xfrm>
              <a:off x="2819" y="2835877"/>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3" name="Google Shape;143;p4"/>
            <p:cNvCxnSpPr/>
            <p:nvPr/>
          </p:nvCxnSpPr>
          <p:spPr>
            <a:xfrm>
              <a:off x="2819" y="4060573"/>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4" name="Google Shape;144;p4"/>
            <p:cNvCxnSpPr/>
            <p:nvPr/>
          </p:nvCxnSpPr>
          <p:spPr>
            <a:xfrm>
              <a:off x="2819" y="5285269"/>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5" name="Google Shape;145;p4"/>
            <p:cNvCxnSpPr/>
            <p:nvPr/>
          </p:nvCxnSpPr>
          <p:spPr>
            <a:xfrm>
              <a:off x="2819" y="6509965"/>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146" name="Google Shape;146;p4"/>
            <p:cNvGrpSpPr/>
            <p:nvPr/>
          </p:nvGrpSpPr>
          <p:grpSpPr>
            <a:xfrm>
              <a:off x="-1" y="0"/>
              <a:ext cx="12192001" cy="6858000"/>
              <a:chOff x="-1" y="0"/>
              <a:chExt cx="12192001" cy="6858000"/>
            </a:xfrm>
          </p:grpSpPr>
          <p:cxnSp>
            <p:nvCxnSpPr>
              <p:cNvPr id="147" name="Google Shape;147;p4"/>
              <p:cNvCxnSpPr/>
              <p:nvPr/>
            </p:nvCxnSpPr>
            <p:spPr>
              <a:xfrm>
                <a:off x="225425"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8" name="Google Shape;148;p4"/>
              <p:cNvCxnSpPr/>
              <p:nvPr/>
            </p:nvCxnSpPr>
            <p:spPr>
              <a:xfrm>
                <a:off x="144915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49" name="Google Shape;149;p4"/>
              <p:cNvCxnSpPr/>
              <p:nvPr/>
            </p:nvCxnSpPr>
            <p:spPr>
              <a:xfrm>
                <a:off x="266598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50" name="Google Shape;150;p4"/>
              <p:cNvCxnSpPr/>
              <p:nvPr/>
            </p:nvCxnSpPr>
            <p:spPr>
              <a:xfrm>
                <a:off x="3885119"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51" name="Google Shape;151;p4"/>
              <p:cNvCxnSpPr/>
              <p:nvPr/>
            </p:nvCxnSpPr>
            <p:spPr>
              <a:xfrm>
                <a:off x="510650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152" name="Google Shape;152;p4"/>
              <p:cNvGrpSpPr/>
              <p:nvPr/>
            </p:nvGrpSpPr>
            <p:grpSpPr>
              <a:xfrm>
                <a:off x="6327885" y="0"/>
                <a:ext cx="5864115" cy="5898673"/>
                <a:chOff x="6327885" y="0"/>
                <a:chExt cx="5864115" cy="5898673"/>
              </a:xfrm>
            </p:grpSpPr>
            <p:cxnSp>
              <p:nvCxnSpPr>
                <p:cNvPr id="153" name="Google Shape;153;p4"/>
                <p:cNvCxnSpPr/>
                <p:nvPr/>
              </p:nvCxnSpPr>
              <p:spPr>
                <a:xfrm>
                  <a:off x="6327885" y="0"/>
                  <a:ext cx="5864115" cy="5898673"/>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54" name="Google Shape;154;p4"/>
                <p:cNvCxnSpPr/>
                <p:nvPr/>
              </p:nvCxnSpPr>
              <p:spPr>
                <a:xfrm>
                  <a:off x="7549268" y="0"/>
                  <a:ext cx="4642732" cy="467242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55" name="Google Shape;155;p4"/>
                <p:cNvCxnSpPr/>
                <p:nvPr/>
              </p:nvCxnSpPr>
              <p:spPr>
                <a:xfrm>
                  <a:off x="8772997" y="0"/>
                  <a:ext cx="3419003" cy="34567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56" name="Google Shape;156;p4"/>
                <p:cNvCxnSpPr/>
                <p:nvPr/>
              </p:nvCxnSpPr>
              <p:spPr>
                <a:xfrm>
                  <a:off x="9982200" y="0"/>
                  <a:ext cx="2209800" cy="222646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57" name="Google Shape;157;p4"/>
                <p:cNvCxnSpPr/>
                <p:nvPr/>
              </p:nvCxnSpPr>
              <p:spPr>
                <a:xfrm>
                  <a:off x="11199019" y="0"/>
                  <a:ext cx="992981" cy="1002506"/>
                </a:xfrm>
                <a:prstGeom prst="straightConnector1">
                  <a:avLst/>
                </a:prstGeom>
                <a:noFill/>
                <a:ln cap="flat" cmpd="sng" w="9525">
                  <a:solidFill>
                    <a:srgbClr val="276E8B">
                      <a:alpha val="25098"/>
                    </a:srgbClr>
                  </a:solidFill>
                  <a:prstDash val="solid"/>
                  <a:miter lim="8000"/>
                  <a:headEnd len="sm" w="sm" type="none"/>
                  <a:tailEnd len="sm" w="sm" type="none"/>
                </a:ln>
              </p:spPr>
            </p:cxnSp>
          </p:grpSp>
          <p:cxnSp>
            <p:nvCxnSpPr>
              <p:cNvPr id="158" name="Google Shape;158;p4"/>
              <p:cNvCxnSpPr/>
              <p:nvPr/>
            </p:nvCxnSpPr>
            <p:spPr>
              <a:xfrm rot="10800000">
                <a:off x="-1" y="1012053"/>
                <a:ext cx="5828811" cy="584594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59" name="Google Shape;159;p4"/>
              <p:cNvCxnSpPr/>
              <p:nvPr/>
            </p:nvCxnSpPr>
            <p:spPr>
              <a:xfrm rot="10800000">
                <a:off x="-1" y="2227340"/>
                <a:ext cx="4614781" cy="4630658"/>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60" name="Google Shape;160;p4"/>
              <p:cNvCxnSpPr/>
              <p:nvPr/>
            </p:nvCxnSpPr>
            <p:spPr>
              <a:xfrm rot="10800000">
                <a:off x="-1" y="3432149"/>
                <a:ext cx="3398419" cy="34258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61" name="Google Shape;161;p4"/>
              <p:cNvCxnSpPr/>
              <p:nvPr/>
            </p:nvCxnSpPr>
            <p:spPr>
              <a:xfrm rot="10800000">
                <a:off x="-1" y="4651431"/>
                <a:ext cx="2196496" cy="2206567"/>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62" name="Google Shape;162;p4"/>
              <p:cNvCxnSpPr/>
              <p:nvPr/>
            </p:nvCxnSpPr>
            <p:spPr>
              <a:xfrm rot="10800000">
                <a:off x="-1" y="5864453"/>
                <a:ext cx="987003" cy="993545"/>
              </a:xfrm>
              <a:prstGeom prst="straightConnector1">
                <a:avLst/>
              </a:prstGeom>
              <a:noFill/>
              <a:ln cap="flat" cmpd="sng" w="9525">
                <a:solidFill>
                  <a:srgbClr val="276E8B">
                    <a:alpha val="25098"/>
                  </a:srgbClr>
                </a:solidFill>
                <a:prstDash val="solid"/>
                <a:miter lim="8000"/>
                <a:headEnd len="sm" w="sm" type="none"/>
                <a:tailEnd len="sm" w="sm" type="none"/>
              </a:ln>
            </p:spPr>
          </p:cxnSp>
        </p:grpSp>
        <p:grpSp>
          <p:nvGrpSpPr>
            <p:cNvPr id="163" name="Google Shape;163;p4"/>
            <p:cNvGrpSpPr/>
            <p:nvPr/>
          </p:nvGrpSpPr>
          <p:grpSpPr>
            <a:xfrm flipH="1">
              <a:off x="0" y="0"/>
              <a:ext cx="12192001" cy="6858000"/>
              <a:chOff x="-1" y="0"/>
              <a:chExt cx="12192001" cy="6858000"/>
            </a:xfrm>
          </p:grpSpPr>
          <p:cxnSp>
            <p:nvCxnSpPr>
              <p:cNvPr id="164" name="Google Shape;164;p4"/>
              <p:cNvCxnSpPr/>
              <p:nvPr/>
            </p:nvCxnSpPr>
            <p:spPr>
              <a:xfrm>
                <a:off x="225425"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65" name="Google Shape;165;p4"/>
              <p:cNvCxnSpPr/>
              <p:nvPr/>
            </p:nvCxnSpPr>
            <p:spPr>
              <a:xfrm>
                <a:off x="144915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66" name="Google Shape;166;p4"/>
              <p:cNvCxnSpPr/>
              <p:nvPr/>
            </p:nvCxnSpPr>
            <p:spPr>
              <a:xfrm>
                <a:off x="266598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67" name="Google Shape;167;p4"/>
              <p:cNvCxnSpPr/>
              <p:nvPr/>
            </p:nvCxnSpPr>
            <p:spPr>
              <a:xfrm>
                <a:off x="3885119"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68" name="Google Shape;168;p4"/>
              <p:cNvCxnSpPr/>
              <p:nvPr/>
            </p:nvCxnSpPr>
            <p:spPr>
              <a:xfrm>
                <a:off x="515064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169" name="Google Shape;169;p4"/>
              <p:cNvGrpSpPr/>
              <p:nvPr/>
            </p:nvGrpSpPr>
            <p:grpSpPr>
              <a:xfrm>
                <a:off x="6327885" y="0"/>
                <a:ext cx="5864115" cy="5898673"/>
                <a:chOff x="6327885" y="0"/>
                <a:chExt cx="5864115" cy="5898673"/>
              </a:xfrm>
            </p:grpSpPr>
            <p:cxnSp>
              <p:nvCxnSpPr>
                <p:cNvPr id="170" name="Google Shape;170;p4"/>
                <p:cNvCxnSpPr/>
                <p:nvPr/>
              </p:nvCxnSpPr>
              <p:spPr>
                <a:xfrm>
                  <a:off x="6327885" y="0"/>
                  <a:ext cx="5864115" cy="5898673"/>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1" name="Google Shape;171;p4"/>
                <p:cNvCxnSpPr/>
                <p:nvPr/>
              </p:nvCxnSpPr>
              <p:spPr>
                <a:xfrm>
                  <a:off x="7549268" y="0"/>
                  <a:ext cx="4642732" cy="467242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2" name="Google Shape;172;p4"/>
                <p:cNvCxnSpPr/>
                <p:nvPr/>
              </p:nvCxnSpPr>
              <p:spPr>
                <a:xfrm>
                  <a:off x="8772997" y="0"/>
                  <a:ext cx="3419003" cy="34567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3" name="Google Shape;173;p4"/>
                <p:cNvCxnSpPr/>
                <p:nvPr/>
              </p:nvCxnSpPr>
              <p:spPr>
                <a:xfrm>
                  <a:off x="9982200" y="0"/>
                  <a:ext cx="2209800" cy="222646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4" name="Google Shape;174;p4"/>
                <p:cNvCxnSpPr/>
                <p:nvPr/>
              </p:nvCxnSpPr>
              <p:spPr>
                <a:xfrm>
                  <a:off x="11199019" y="0"/>
                  <a:ext cx="992981" cy="1002506"/>
                </a:xfrm>
                <a:prstGeom prst="straightConnector1">
                  <a:avLst/>
                </a:prstGeom>
                <a:noFill/>
                <a:ln cap="flat" cmpd="sng" w="9525">
                  <a:solidFill>
                    <a:srgbClr val="276E8B">
                      <a:alpha val="25098"/>
                    </a:srgbClr>
                  </a:solidFill>
                  <a:prstDash val="solid"/>
                  <a:miter lim="8000"/>
                  <a:headEnd len="sm" w="sm" type="none"/>
                  <a:tailEnd len="sm" w="sm" type="none"/>
                </a:ln>
              </p:spPr>
            </p:cxnSp>
          </p:grpSp>
          <p:cxnSp>
            <p:nvCxnSpPr>
              <p:cNvPr id="175" name="Google Shape;175;p4"/>
              <p:cNvCxnSpPr/>
              <p:nvPr/>
            </p:nvCxnSpPr>
            <p:spPr>
              <a:xfrm rot="10800000">
                <a:off x="-1" y="1012053"/>
                <a:ext cx="5828811" cy="584594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6" name="Google Shape;176;p4"/>
              <p:cNvCxnSpPr/>
              <p:nvPr/>
            </p:nvCxnSpPr>
            <p:spPr>
              <a:xfrm rot="10800000">
                <a:off x="-1" y="2227340"/>
                <a:ext cx="4614781" cy="4630658"/>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7" name="Google Shape;177;p4"/>
              <p:cNvCxnSpPr/>
              <p:nvPr/>
            </p:nvCxnSpPr>
            <p:spPr>
              <a:xfrm rot="10800000">
                <a:off x="-1" y="3432149"/>
                <a:ext cx="3398419" cy="34258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8" name="Google Shape;178;p4"/>
              <p:cNvCxnSpPr/>
              <p:nvPr/>
            </p:nvCxnSpPr>
            <p:spPr>
              <a:xfrm rot="10800000">
                <a:off x="-1" y="4651431"/>
                <a:ext cx="2196496" cy="2206567"/>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179" name="Google Shape;179;p4"/>
              <p:cNvCxnSpPr/>
              <p:nvPr/>
            </p:nvCxnSpPr>
            <p:spPr>
              <a:xfrm rot="10800000">
                <a:off x="-1" y="5864453"/>
                <a:ext cx="987003" cy="993545"/>
              </a:xfrm>
              <a:prstGeom prst="straightConnector1">
                <a:avLst/>
              </a:prstGeom>
              <a:noFill/>
              <a:ln cap="flat" cmpd="sng" w="9525">
                <a:solidFill>
                  <a:srgbClr val="276E8B">
                    <a:alpha val="25098"/>
                  </a:srgbClr>
                </a:solidFill>
                <a:prstDash val="solid"/>
                <a:miter lim="8000"/>
                <a:headEnd len="sm" w="sm" type="none"/>
                <a:tailEnd len="sm" w="sm" type="none"/>
              </a:ln>
            </p:spPr>
          </p:cxnSp>
        </p:grpSp>
      </p:grpSp>
      <p:sp>
        <p:nvSpPr>
          <p:cNvPr id="180" name="Google Shape;180;p4"/>
          <p:cNvSpPr txBox="1"/>
          <p:nvPr>
            <p:ph type="title"/>
          </p:nvPr>
        </p:nvSpPr>
        <p:spPr>
          <a:xfrm>
            <a:off x="1295400" y="2541573"/>
            <a:ext cx="9601200" cy="27432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000"/>
              <a:buFont typeface="Arial"/>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4"/>
          <p:cNvSpPr txBox="1"/>
          <p:nvPr>
            <p:ph idx="1" type="body"/>
          </p:nvPr>
        </p:nvSpPr>
        <p:spPr>
          <a:xfrm>
            <a:off x="1295400" y="5431536"/>
            <a:ext cx="960120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lt1"/>
                </a:solidFill>
              </a:defRPr>
            </a:lvl1pPr>
            <a:lvl2pPr indent="-228600" lvl="1" marL="914400" algn="l">
              <a:lnSpc>
                <a:spcPct val="90000"/>
              </a:lnSpc>
              <a:spcBef>
                <a:spcPts val="1200"/>
              </a:spcBef>
              <a:spcAft>
                <a:spcPts val="0"/>
              </a:spcAft>
              <a:buSzPts val="2000"/>
              <a:buNone/>
              <a:defRPr sz="2000"/>
            </a:lvl2pPr>
            <a:lvl3pPr indent="-228600" lvl="2" marL="1371600" algn="l">
              <a:lnSpc>
                <a:spcPct val="90000"/>
              </a:lnSpc>
              <a:spcBef>
                <a:spcPts val="800"/>
              </a:spcBef>
              <a:spcAft>
                <a:spcPts val="0"/>
              </a:spcAft>
              <a:buSzPts val="1800"/>
              <a:buNone/>
              <a:defRPr sz="1800"/>
            </a:lvl3pPr>
            <a:lvl4pPr indent="-228600" lvl="3" marL="1828800" algn="l">
              <a:lnSpc>
                <a:spcPct val="90000"/>
              </a:lnSpc>
              <a:spcBef>
                <a:spcPts val="800"/>
              </a:spcBef>
              <a:spcAft>
                <a:spcPts val="0"/>
              </a:spcAft>
              <a:buSzPts val="1600"/>
              <a:buNone/>
              <a:defRPr sz="1600"/>
            </a:lvl4pPr>
            <a:lvl5pPr indent="-228600" lvl="4" marL="2286000" algn="l">
              <a:lnSpc>
                <a:spcPct val="90000"/>
              </a:lnSpc>
              <a:spcBef>
                <a:spcPts val="600"/>
              </a:spcBef>
              <a:spcAft>
                <a:spcPts val="0"/>
              </a:spcAft>
              <a:buSzPts val="1600"/>
              <a:buNone/>
              <a:defRPr sz="1600"/>
            </a:lvl5pPr>
            <a:lvl6pPr indent="-228600" lvl="5" marL="2743200" algn="l">
              <a:lnSpc>
                <a:spcPct val="90000"/>
              </a:lnSpc>
              <a:spcBef>
                <a:spcPts val="600"/>
              </a:spcBef>
              <a:spcAft>
                <a:spcPts val="0"/>
              </a:spcAft>
              <a:buSzPts val="1600"/>
              <a:buNone/>
              <a:defRPr sz="1600"/>
            </a:lvl6pPr>
            <a:lvl7pPr indent="-228600" lvl="6" marL="3200400" algn="l">
              <a:lnSpc>
                <a:spcPct val="90000"/>
              </a:lnSpc>
              <a:spcBef>
                <a:spcPts val="600"/>
              </a:spcBef>
              <a:spcAft>
                <a:spcPts val="0"/>
              </a:spcAft>
              <a:buSzPts val="1600"/>
              <a:buNone/>
              <a:defRPr sz="1600"/>
            </a:lvl7pPr>
            <a:lvl8pPr indent="-228600" lvl="7" marL="3657600" algn="l">
              <a:lnSpc>
                <a:spcPct val="90000"/>
              </a:lnSpc>
              <a:spcBef>
                <a:spcPts val="600"/>
              </a:spcBef>
              <a:spcAft>
                <a:spcPts val="0"/>
              </a:spcAft>
              <a:buSzPts val="1600"/>
              <a:buNone/>
              <a:defRPr sz="1600"/>
            </a:lvl8pPr>
            <a:lvl9pPr indent="-228600" lvl="8" marL="4114800" algn="l">
              <a:lnSpc>
                <a:spcPct val="90000"/>
              </a:lnSpc>
              <a:spcBef>
                <a:spcPts val="600"/>
              </a:spcBef>
              <a:spcAft>
                <a:spcPts val="0"/>
              </a:spcAft>
              <a:buSzPts val="1600"/>
              <a:buNone/>
              <a:defRPr sz="1600"/>
            </a:lvl9pPr>
          </a:lstStyle>
          <a:p/>
        </p:txBody>
      </p:sp>
      <p:cxnSp>
        <p:nvCxnSpPr>
          <p:cNvPr id="182" name="Google Shape;182;p4"/>
          <p:cNvCxnSpPr/>
          <p:nvPr/>
        </p:nvCxnSpPr>
        <p:spPr>
          <a:xfrm>
            <a:off x="1295400" y="5294175"/>
            <a:ext cx="9601200" cy="0"/>
          </a:xfrm>
          <a:prstGeom prst="straightConnector1">
            <a:avLst/>
          </a:prstGeom>
          <a:noFill/>
          <a:ln cap="flat" cmpd="sng" w="12700">
            <a:solidFill>
              <a:schemeClr val="lt1"/>
            </a:solidFill>
            <a:prstDash val="solid"/>
            <a:miter lim="8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p5"/>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76E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5"/>
          <p:cNvSpPr txBox="1"/>
          <p:nvPr>
            <p:ph idx="1" type="body"/>
          </p:nvPr>
        </p:nvSpPr>
        <p:spPr>
          <a:xfrm>
            <a:off x="12954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6" name="Google Shape;186;p5"/>
          <p:cNvSpPr txBox="1"/>
          <p:nvPr>
            <p:ph idx="2" type="body"/>
          </p:nvPr>
        </p:nvSpPr>
        <p:spPr>
          <a:xfrm>
            <a:off x="63246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7" name="Google Shape;187;p5"/>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5"/>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5"/>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p6"/>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76E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6"/>
          <p:cNvSpPr txBox="1"/>
          <p:nvPr>
            <p:ph idx="1" type="body"/>
          </p:nvPr>
        </p:nvSpPr>
        <p:spPr>
          <a:xfrm>
            <a:off x="12954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3" name="Google Shape;193;p6"/>
          <p:cNvSpPr txBox="1"/>
          <p:nvPr>
            <p:ph idx="2" type="body"/>
          </p:nvPr>
        </p:nvSpPr>
        <p:spPr>
          <a:xfrm>
            <a:off x="12954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4" name="Google Shape;194;p6"/>
          <p:cNvSpPr txBox="1"/>
          <p:nvPr>
            <p:ph idx="3" type="body"/>
          </p:nvPr>
        </p:nvSpPr>
        <p:spPr>
          <a:xfrm>
            <a:off x="63246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5" name="Google Shape;195;p6"/>
          <p:cNvSpPr txBox="1"/>
          <p:nvPr>
            <p:ph idx="4" type="body"/>
          </p:nvPr>
        </p:nvSpPr>
        <p:spPr>
          <a:xfrm>
            <a:off x="63246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6" name="Google Shape;196;p6"/>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6"/>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6"/>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76E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04" name="Shape 204"/>
        <p:cNvGrpSpPr/>
        <p:nvPr/>
      </p:nvGrpSpPr>
      <p:grpSpPr>
        <a:xfrm>
          <a:off x="0" y="0"/>
          <a:ext cx="0" cy="0"/>
          <a:chOff x="0" y="0"/>
          <a:chExt cx="0" cy="0"/>
        </a:xfrm>
      </p:grpSpPr>
      <p:grpSp>
        <p:nvGrpSpPr>
          <p:cNvPr id="205" name="Google Shape;205;p8"/>
          <p:cNvGrpSpPr/>
          <p:nvPr/>
        </p:nvGrpSpPr>
        <p:grpSpPr>
          <a:xfrm>
            <a:off x="-1" y="0"/>
            <a:ext cx="12192002" cy="6858000"/>
            <a:chOff x="-1" y="0"/>
            <a:chExt cx="12192002" cy="6858000"/>
          </a:xfrm>
        </p:grpSpPr>
        <p:cxnSp>
          <p:nvCxnSpPr>
            <p:cNvPr id="206" name="Google Shape;206;p8"/>
            <p:cNvCxnSpPr/>
            <p:nvPr/>
          </p:nvCxnSpPr>
          <p:spPr>
            <a:xfrm>
              <a:off x="610194"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07" name="Google Shape;207;p8"/>
            <p:cNvCxnSpPr/>
            <p:nvPr/>
          </p:nvCxnSpPr>
          <p:spPr>
            <a:xfrm>
              <a:off x="1829332"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08" name="Google Shape;208;p8"/>
            <p:cNvCxnSpPr/>
            <p:nvPr/>
          </p:nvCxnSpPr>
          <p:spPr>
            <a:xfrm>
              <a:off x="3048470"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09" name="Google Shape;209;p8"/>
            <p:cNvCxnSpPr/>
            <p:nvPr/>
          </p:nvCxnSpPr>
          <p:spPr>
            <a:xfrm>
              <a:off x="4267608"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0" name="Google Shape;210;p8"/>
            <p:cNvCxnSpPr/>
            <p:nvPr/>
          </p:nvCxnSpPr>
          <p:spPr>
            <a:xfrm>
              <a:off x="5486746"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1" name="Google Shape;211;p8"/>
            <p:cNvCxnSpPr/>
            <p:nvPr/>
          </p:nvCxnSpPr>
          <p:spPr>
            <a:xfrm>
              <a:off x="6705884"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2" name="Google Shape;212;p8"/>
            <p:cNvCxnSpPr/>
            <p:nvPr/>
          </p:nvCxnSpPr>
          <p:spPr>
            <a:xfrm>
              <a:off x="7925022"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3" name="Google Shape;213;p8"/>
            <p:cNvCxnSpPr/>
            <p:nvPr/>
          </p:nvCxnSpPr>
          <p:spPr>
            <a:xfrm>
              <a:off x="9144160"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4" name="Google Shape;214;p8"/>
            <p:cNvCxnSpPr/>
            <p:nvPr/>
          </p:nvCxnSpPr>
          <p:spPr>
            <a:xfrm>
              <a:off x="10363298"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5" name="Google Shape;215;p8"/>
            <p:cNvCxnSpPr/>
            <p:nvPr/>
          </p:nvCxnSpPr>
          <p:spPr>
            <a:xfrm>
              <a:off x="11582436" y="0"/>
              <a:ext cx="0"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6" name="Google Shape;216;p8"/>
            <p:cNvCxnSpPr/>
            <p:nvPr/>
          </p:nvCxnSpPr>
          <p:spPr>
            <a:xfrm>
              <a:off x="2819" y="386485"/>
              <a:ext cx="12188952" cy="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7" name="Google Shape;217;p8"/>
            <p:cNvCxnSpPr/>
            <p:nvPr/>
          </p:nvCxnSpPr>
          <p:spPr>
            <a:xfrm>
              <a:off x="2819" y="1611181"/>
              <a:ext cx="12188952" cy="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8" name="Google Shape;218;p8"/>
            <p:cNvCxnSpPr/>
            <p:nvPr/>
          </p:nvCxnSpPr>
          <p:spPr>
            <a:xfrm>
              <a:off x="2819" y="2835877"/>
              <a:ext cx="12188952" cy="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19" name="Google Shape;219;p8"/>
            <p:cNvCxnSpPr/>
            <p:nvPr/>
          </p:nvCxnSpPr>
          <p:spPr>
            <a:xfrm>
              <a:off x="2819" y="4060573"/>
              <a:ext cx="12188952" cy="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20" name="Google Shape;220;p8"/>
            <p:cNvCxnSpPr/>
            <p:nvPr/>
          </p:nvCxnSpPr>
          <p:spPr>
            <a:xfrm>
              <a:off x="2819" y="5285269"/>
              <a:ext cx="12188952" cy="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21" name="Google Shape;221;p8"/>
            <p:cNvCxnSpPr/>
            <p:nvPr/>
          </p:nvCxnSpPr>
          <p:spPr>
            <a:xfrm>
              <a:off x="2819" y="6509965"/>
              <a:ext cx="12188952" cy="0"/>
            </a:xfrm>
            <a:prstGeom prst="straightConnector1">
              <a:avLst/>
            </a:prstGeom>
            <a:noFill/>
            <a:ln cap="flat" cmpd="sng" w="9525">
              <a:solidFill>
                <a:srgbClr val="D8D8D8">
                  <a:alpha val="30196"/>
                </a:srgbClr>
              </a:solidFill>
              <a:prstDash val="solid"/>
              <a:miter lim="8000"/>
              <a:headEnd len="sm" w="sm" type="none"/>
              <a:tailEnd len="sm" w="sm" type="none"/>
            </a:ln>
          </p:spPr>
        </p:cxnSp>
        <p:grpSp>
          <p:nvGrpSpPr>
            <p:cNvPr id="222" name="Google Shape;222;p8"/>
            <p:cNvGrpSpPr/>
            <p:nvPr/>
          </p:nvGrpSpPr>
          <p:grpSpPr>
            <a:xfrm>
              <a:off x="-1" y="0"/>
              <a:ext cx="12192001" cy="6858000"/>
              <a:chOff x="-1" y="0"/>
              <a:chExt cx="12192001" cy="6858000"/>
            </a:xfrm>
          </p:grpSpPr>
          <p:cxnSp>
            <p:nvCxnSpPr>
              <p:cNvPr id="223" name="Google Shape;223;p8"/>
              <p:cNvCxnSpPr/>
              <p:nvPr/>
            </p:nvCxnSpPr>
            <p:spPr>
              <a:xfrm>
                <a:off x="225425"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24" name="Google Shape;224;p8"/>
              <p:cNvCxnSpPr/>
              <p:nvPr/>
            </p:nvCxnSpPr>
            <p:spPr>
              <a:xfrm>
                <a:off x="1449154"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25" name="Google Shape;225;p8"/>
              <p:cNvCxnSpPr/>
              <p:nvPr/>
            </p:nvCxnSpPr>
            <p:spPr>
              <a:xfrm>
                <a:off x="2665982"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26" name="Google Shape;226;p8"/>
              <p:cNvCxnSpPr/>
              <p:nvPr/>
            </p:nvCxnSpPr>
            <p:spPr>
              <a:xfrm>
                <a:off x="3885119"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27" name="Google Shape;227;p8"/>
              <p:cNvCxnSpPr/>
              <p:nvPr/>
            </p:nvCxnSpPr>
            <p:spPr>
              <a:xfrm>
                <a:off x="5106502"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grpSp>
            <p:nvGrpSpPr>
              <p:cNvPr id="228" name="Google Shape;228;p8"/>
              <p:cNvGrpSpPr/>
              <p:nvPr/>
            </p:nvGrpSpPr>
            <p:grpSpPr>
              <a:xfrm>
                <a:off x="6327885" y="0"/>
                <a:ext cx="5864115" cy="5898673"/>
                <a:chOff x="6327885" y="0"/>
                <a:chExt cx="5864115" cy="5898673"/>
              </a:xfrm>
            </p:grpSpPr>
            <p:cxnSp>
              <p:nvCxnSpPr>
                <p:cNvPr id="229" name="Google Shape;229;p8"/>
                <p:cNvCxnSpPr/>
                <p:nvPr/>
              </p:nvCxnSpPr>
              <p:spPr>
                <a:xfrm>
                  <a:off x="6327885" y="0"/>
                  <a:ext cx="5864115" cy="5898673"/>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0" name="Google Shape;230;p8"/>
                <p:cNvCxnSpPr/>
                <p:nvPr/>
              </p:nvCxnSpPr>
              <p:spPr>
                <a:xfrm>
                  <a:off x="7549268" y="0"/>
                  <a:ext cx="4642732" cy="4672425"/>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1" name="Google Shape;231;p8"/>
                <p:cNvCxnSpPr/>
                <p:nvPr/>
              </p:nvCxnSpPr>
              <p:spPr>
                <a:xfrm>
                  <a:off x="8772997" y="0"/>
                  <a:ext cx="3419003" cy="3456749"/>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2" name="Google Shape;232;p8"/>
                <p:cNvCxnSpPr/>
                <p:nvPr/>
              </p:nvCxnSpPr>
              <p:spPr>
                <a:xfrm>
                  <a:off x="9982200" y="0"/>
                  <a:ext cx="2209800" cy="2226469"/>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3" name="Google Shape;233;p8"/>
                <p:cNvCxnSpPr/>
                <p:nvPr/>
              </p:nvCxnSpPr>
              <p:spPr>
                <a:xfrm>
                  <a:off x="11199019" y="0"/>
                  <a:ext cx="992981" cy="1002506"/>
                </a:xfrm>
                <a:prstGeom prst="straightConnector1">
                  <a:avLst/>
                </a:prstGeom>
                <a:noFill/>
                <a:ln cap="flat" cmpd="sng" w="9525">
                  <a:solidFill>
                    <a:srgbClr val="D8D8D8">
                      <a:alpha val="30196"/>
                    </a:srgbClr>
                  </a:solidFill>
                  <a:prstDash val="solid"/>
                  <a:miter lim="8000"/>
                  <a:headEnd len="sm" w="sm" type="none"/>
                  <a:tailEnd len="sm" w="sm" type="none"/>
                </a:ln>
              </p:spPr>
            </p:cxnSp>
          </p:grpSp>
          <p:cxnSp>
            <p:nvCxnSpPr>
              <p:cNvPr id="234" name="Google Shape;234;p8"/>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5" name="Google Shape;235;p8"/>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6" name="Google Shape;236;p8"/>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7" name="Google Shape;237;p8"/>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38" name="Google Shape;238;p8"/>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
                <a:headEnd len="sm" w="sm" type="none"/>
                <a:tailEnd len="sm" w="sm" type="none"/>
              </a:ln>
            </p:spPr>
          </p:cxnSp>
        </p:grpSp>
        <p:grpSp>
          <p:nvGrpSpPr>
            <p:cNvPr id="239" name="Google Shape;239;p8"/>
            <p:cNvGrpSpPr/>
            <p:nvPr/>
          </p:nvGrpSpPr>
          <p:grpSpPr>
            <a:xfrm flipH="1">
              <a:off x="0" y="0"/>
              <a:ext cx="12192001" cy="6858000"/>
              <a:chOff x="-1" y="0"/>
              <a:chExt cx="12192001" cy="6858000"/>
            </a:xfrm>
          </p:grpSpPr>
          <p:cxnSp>
            <p:nvCxnSpPr>
              <p:cNvPr id="240" name="Google Shape;240;p8"/>
              <p:cNvCxnSpPr/>
              <p:nvPr/>
            </p:nvCxnSpPr>
            <p:spPr>
              <a:xfrm>
                <a:off x="225425"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41" name="Google Shape;241;p8"/>
              <p:cNvCxnSpPr/>
              <p:nvPr/>
            </p:nvCxnSpPr>
            <p:spPr>
              <a:xfrm>
                <a:off x="1449154"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42" name="Google Shape;242;p8"/>
              <p:cNvCxnSpPr/>
              <p:nvPr/>
            </p:nvCxnSpPr>
            <p:spPr>
              <a:xfrm>
                <a:off x="2665982"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43" name="Google Shape;243;p8"/>
              <p:cNvCxnSpPr/>
              <p:nvPr/>
            </p:nvCxnSpPr>
            <p:spPr>
              <a:xfrm>
                <a:off x="3885119"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44" name="Google Shape;244;p8"/>
              <p:cNvCxnSpPr/>
              <p:nvPr/>
            </p:nvCxnSpPr>
            <p:spPr>
              <a:xfrm>
                <a:off x="5106502" y="0"/>
                <a:ext cx="6815931" cy="6858000"/>
              </a:xfrm>
              <a:prstGeom prst="straightConnector1">
                <a:avLst/>
              </a:prstGeom>
              <a:noFill/>
              <a:ln cap="flat" cmpd="sng" w="9525">
                <a:solidFill>
                  <a:srgbClr val="D8D8D8">
                    <a:alpha val="30196"/>
                  </a:srgbClr>
                </a:solidFill>
                <a:prstDash val="solid"/>
                <a:miter lim="8000"/>
                <a:headEnd len="sm" w="sm" type="none"/>
                <a:tailEnd len="sm" w="sm" type="none"/>
              </a:ln>
            </p:spPr>
          </p:cxnSp>
          <p:grpSp>
            <p:nvGrpSpPr>
              <p:cNvPr id="245" name="Google Shape;245;p8"/>
              <p:cNvGrpSpPr/>
              <p:nvPr/>
            </p:nvGrpSpPr>
            <p:grpSpPr>
              <a:xfrm>
                <a:off x="6327885" y="0"/>
                <a:ext cx="5864115" cy="5898673"/>
                <a:chOff x="6327885" y="0"/>
                <a:chExt cx="5864115" cy="5898673"/>
              </a:xfrm>
            </p:grpSpPr>
            <p:cxnSp>
              <p:nvCxnSpPr>
                <p:cNvPr id="246" name="Google Shape;246;p8"/>
                <p:cNvCxnSpPr/>
                <p:nvPr/>
              </p:nvCxnSpPr>
              <p:spPr>
                <a:xfrm>
                  <a:off x="6327885" y="0"/>
                  <a:ext cx="5864115" cy="5898673"/>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47" name="Google Shape;247;p8"/>
                <p:cNvCxnSpPr/>
                <p:nvPr/>
              </p:nvCxnSpPr>
              <p:spPr>
                <a:xfrm>
                  <a:off x="7549268" y="0"/>
                  <a:ext cx="4642732" cy="4672425"/>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48" name="Google Shape;248;p8"/>
                <p:cNvCxnSpPr/>
                <p:nvPr/>
              </p:nvCxnSpPr>
              <p:spPr>
                <a:xfrm>
                  <a:off x="8772997" y="0"/>
                  <a:ext cx="3419003" cy="3456749"/>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49" name="Google Shape;249;p8"/>
                <p:cNvCxnSpPr/>
                <p:nvPr/>
              </p:nvCxnSpPr>
              <p:spPr>
                <a:xfrm>
                  <a:off x="9982200" y="0"/>
                  <a:ext cx="2209800" cy="2226469"/>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50" name="Google Shape;250;p8"/>
                <p:cNvCxnSpPr/>
                <p:nvPr/>
              </p:nvCxnSpPr>
              <p:spPr>
                <a:xfrm>
                  <a:off x="11199019" y="0"/>
                  <a:ext cx="992981" cy="1002506"/>
                </a:xfrm>
                <a:prstGeom prst="straightConnector1">
                  <a:avLst/>
                </a:prstGeom>
                <a:noFill/>
                <a:ln cap="flat" cmpd="sng" w="9525">
                  <a:solidFill>
                    <a:srgbClr val="D8D8D8">
                      <a:alpha val="30196"/>
                    </a:srgbClr>
                  </a:solidFill>
                  <a:prstDash val="solid"/>
                  <a:miter lim="8000"/>
                  <a:headEnd len="sm" w="sm" type="none"/>
                  <a:tailEnd len="sm" w="sm" type="none"/>
                </a:ln>
              </p:spPr>
            </p:cxnSp>
          </p:grpSp>
          <p:cxnSp>
            <p:nvCxnSpPr>
              <p:cNvPr id="251" name="Google Shape;251;p8"/>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52" name="Google Shape;252;p8"/>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53" name="Google Shape;253;p8"/>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54" name="Google Shape;254;p8"/>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
                <a:headEnd len="sm" w="sm" type="none"/>
                <a:tailEnd len="sm" w="sm" type="none"/>
              </a:ln>
            </p:spPr>
          </p:cxnSp>
          <p:cxnSp>
            <p:nvCxnSpPr>
              <p:cNvPr id="255" name="Google Shape;255;p8"/>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
                <a:headEnd len="sm" w="sm" type="none"/>
                <a:tailEnd len="sm" w="sm" type="none"/>
              </a:ln>
            </p:spPr>
          </p:cxnSp>
        </p:grpSp>
      </p:grpSp>
      <p:sp>
        <p:nvSpPr>
          <p:cNvPr id="256" name="Google Shape;256;p8"/>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8"/>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8"/>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297694"/>
            </a:gs>
          </a:gsLst>
          <a:path path="circle">
            <a:fillToRect b="50%" l="50%" r="50%" t="50%"/>
          </a:path>
          <a:tileRect/>
        </a:gradFill>
      </p:bgPr>
    </p:bg>
    <p:spTree>
      <p:nvGrpSpPr>
        <p:cNvPr id="259" name="Shape 259"/>
        <p:cNvGrpSpPr/>
        <p:nvPr/>
      </p:nvGrpSpPr>
      <p:grpSpPr>
        <a:xfrm>
          <a:off x="0" y="0"/>
          <a:ext cx="0" cy="0"/>
          <a:chOff x="0" y="0"/>
          <a:chExt cx="0" cy="0"/>
        </a:xfrm>
      </p:grpSpPr>
      <p:grpSp>
        <p:nvGrpSpPr>
          <p:cNvPr id="260" name="Google Shape;260;p9"/>
          <p:cNvGrpSpPr/>
          <p:nvPr/>
        </p:nvGrpSpPr>
        <p:grpSpPr>
          <a:xfrm>
            <a:off x="-1" y="0"/>
            <a:ext cx="12192002" cy="6858000"/>
            <a:chOff x="-1" y="0"/>
            <a:chExt cx="12192002" cy="6858000"/>
          </a:xfrm>
        </p:grpSpPr>
        <p:cxnSp>
          <p:nvCxnSpPr>
            <p:cNvPr id="261" name="Google Shape;261;p9"/>
            <p:cNvCxnSpPr/>
            <p:nvPr/>
          </p:nvCxnSpPr>
          <p:spPr>
            <a:xfrm>
              <a:off x="610194"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2" name="Google Shape;262;p9"/>
            <p:cNvCxnSpPr/>
            <p:nvPr/>
          </p:nvCxnSpPr>
          <p:spPr>
            <a:xfrm>
              <a:off x="1829332"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3" name="Google Shape;263;p9"/>
            <p:cNvCxnSpPr/>
            <p:nvPr/>
          </p:nvCxnSpPr>
          <p:spPr>
            <a:xfrm>
              <a:off x="3048470"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4" name="Google Shape;264;p9"/>
            <p:cNvCxnSpPr/>
            <p:nvPr/>
          </p:nvCxnSpPr>
          <p:spPr>
            <a:xfrm>
              <a:off x="4267608"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5" name="Google Shape;265;p9"/>
            <p:cNvCxnSpPr/>
            <p:nvPr/>
          </p:nvCxnSpPr>
          <p:spPr>
            <a:xfrm>
              <a:off x="5486746"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6" name="Google Shape;266;p9"/>
            <p:cNvCxnSpPr/>
            <p:nvPr/>
          </p:nvCxnSpPr>
          <p:spPr>
            <a:xfrm>
              <a:off x="6705884"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7" name="Google Shape;267;p9"/>
            <p:cNvCxnSpPr/>
            <p:nvPr/>
          </p:nvCxnSpPr>
          <p:spPr>
            <a:xfrm>
              <a:off x="7925022"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8" name="Google Shape;268;p9"/>
            <p:cNvCxnSpPr/>
            <p:nvPr/>
          </p:nvCxnSpPr>
          <p:spPr>
            <a:xfrm>
              <a:off x="9144160"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69" name="Google Shape;269;p9"/>
            <p:cNvCxnSpPr/>
            <p:nvPr/>
          </p:nvCxnSpPr>
          <p:spPr>
            <a:xfrm>
              <a:off x="10363298"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0" name="Google Shape;270;p9"/>
            <p:cNvCxnSpPr/>
            <p:nvPr/>
          </p:nvCxnSpPr>
          <p:spPr>
            <a:xfrm>
              <a:off x="11582436"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1" name="Google Shape;271;p9"/>
            <p:cNvCxnSpPr/>
            <p:nvPr/>
          </p:nvCxnSpPr>
          <p:spPr>
            <a:xfrm>
              <a:off x="2819" y="386485"/>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2" name="Google Shape;272;p9"/>
            <p:cNvCxnSpPr/>
            <p:nvPr/>
          </p:nvCxnSpPr>
          <p:spPr>
            <a:xfrm>
              <a:off x="2819" y="1611181"/>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3" name="Google Shape;273;p9"/>
            <p:cNvCxnSpPr/>
            <p:nvPr/>
          </p:nvCxnSpPr>
          <p:spPr>
            <a:xfrm>
              <a:off x="2819" y="2835877"/>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4" name="Google Shape;274;p9"/>
            <p:cNvCxnSpPr/>
            <p:nvPr/>
          </p:nvCxnSpPr>
          <p:spPr>
            <a:xfrm>
              <a:off x="2819" y="4060573"/>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5" name="Google Shape;275;p9"/>
            <p:cNvCxnSpPr/>
            <p:nvPr/>
          </p:nvCxnSpPr>
          <p:spPr>
            <a:xfrm>
              <a:off x="2819" y="5285269"/>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6" name="Google Shape;276;p9"/>
            <p:cNvCxnSpPr/>
            <p:nvPr/>
          </p:nvCxnSpPr>
          <p:spPr>
            <a:xfrm>
              <a:off x="2819" y="6509965"/>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277" name="Google Shape;277;p9"/>
            <p:cNvGrpSpPr/>
            <p:nvPr/>
          </p:nvGrpSpPr>
          <p:grpSpPr>
            <a:xfrm>
              <a:off x="-1" y="0"/>
              <a:ext cx="12192001" cy="6858000"/>
              <a:chOff x="-1" y="0"/>
              <a:chExt cx="12192001" cy="6858000"/>
            </a:xfrm>
          </p:grpSpPr>
          <p:cxnSp>
            <p:nvCxnSpPr>
              <p:cNvPr id="278" name="Google Shape;278;p9"/>
              <p:cNvCxnSpPr/>
              <p:nvPr/>
            </p:nvCxnSpPr>
            <p:spPr>
              <a:xfrm>
                <a:off x="225425"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79" name="Google Shape;279;p9"/>
              <p:cNvCxnSpPr/>
              <p:nvPr/>
            </p:nvCxnSpPr>
            <p:spPr>
              <a:xfrm>
                <a:off x="144915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80" name="Google Shape;280;p9"/>
              <p:cNvCxnSpPr/>
              <p:nvPr/>
            </p:nvCxnSpPr>
            <p:spPr>
              <a:xfrm>
                <a:off x="266598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81" name="Google Shape;281;p9"/>
              <p:cNvCxnSpPr/>
              <p:nvPr/>
            </p:nvCxnSpPr>
            <p:spPr>
              <a:xfrm>
                <a:off x="3885119"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82" name="Google Shape;282;p9"/>
              <p:cNvCxnSpPr/>
              <p:nvPr/>
            </p:nvCxnSpPr>
            <p:spPr>
              <a:xfrm>
                <a:off x="510650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283" name="Google Shape;283;p9"/>
              <p:cNvGrpSpPr/>
              <p:nvPr/>
            </p:nvGrpSpPr>
            <p:grpSpPr>
              <a:xfrm>
                <a:off x="6327885" y="0"/>
                <a:ext cx="5864115" cy="5898673"/>
                <a:chOff x="6327885" y="0"/>
                <a:chExt cx="5864115" cy="5898673"/>
              </a:xfrm>
            </p:grpSpPr>
            <p:cxnSp>
              <p:nvCxnSpPr>
                <p:cNvPr id="284" name="Google Shape;284;p9"/>
                <p:cNvCxnSpPr/>
                <p:nvPr/>
              </p:nvCxnSpPr>
              <p:spPr>
                <a:xfrm>
                  <a:off x="6327885" y="0"/>
                  <a:ext cx="5864115" cy="5898673"/>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85" name="Google Shape;285;p9"/>
                <p:cNvCxnSpPr/>
                <p:nvPr/>
              </p:nvCxnSpPr>
              <p:spPr>
                <a:xfrm>
                  <a:off x="7549268" y="0"/>
                  <a:ext cx="4642732" cy="467242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86" name="Google Shape;286;p9"/>
                <p:cNvCxnSpPr/>
                <p:nvPr/>
              </p:nvCxnSpPr>
              <p:spPr>
                <a:xfrm>
                  <a:off x="8772997" y="0"/>
                  <a:ext cx="3419003" cy="34567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87" name="Google Shape;287;p9"/>
                <p:cNvCxnSpPr/>
                <p:nvPr/>
              </p:nvCxnSpPr>
              <p:spPr>
                <a:xfrm>
                  <a:off x="9982200" y="0"/>
                  <a:ext cx="2209800" cy="222646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88" name="Google Shape;288;p9"/>
                <p:cNvCxnSpPr/>
                <p:nvPr/>
              </p:nvCxnSpPr>
              <p:spPr>
                <a:xfrm>
                  <a:off x="11199019" y="0"/>
                  <a:ext cx="992981" cy="1002506"/>
                </a:xfrm>
                <a:prstGeom prst="straightConnector1">
                  <a:avLst/>
                </a:prstGeom>
                <a:noFill/>
                <a:ln cap="flat" cmpd="sng" w="9525">
                  <a:solidFill>
                    <a:srgbClr val="276E8B">
                      <a:alpha val="25098"/>
                    </a:srgbClr>
                  </a:solidFill>
                  <a:prstDash val="solid"/>
                  <a:miter lim="8000"/>
                  <a:headEnd len="sm" w="sm" type="none"/>
                  <a:tailEnd len="sm" w="sm" type="none"/>
                </a:ln>
              </p:spPr>
            </p:cxnSp>
          </p:grpSp>
          <p:cxnSp>
            <p:nvCxnSpPr>
              <p:cNvPr id="289" name="Google Shape;289;p9"/>
              <p:cNvCxnSpPr/>
              <p:nvPr/>
            </p:nvCxnSpPr>
            <p:spPr>
              <a:xfrm rot="10800000">
                <a:off x="-1" y="1012053"/>
                <a:ext cx="5828811" cy="584594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0" name="Google Shape;290;p9"/>
              <p:cNvCxnSpPr/>
              <p:nvPr/>
            </p:nvCxnSpPr>
            <p:spPr>
              <a:xfrm rot="10800000">
                <a:off x="-1" y="2227340"/>
                <a:ext cx="4614781" cy="4630658"/>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1" name="Google Shape;291;p9"/>
              <p:cNvCxnSpPr/>
              <p:nvPr/>
            </p:nvCxnSpPr>
            <p:spPr>
              <a:xfrm rot="10800000">
                <a:off x="-1" y="3432149"/>
                <a:ext cx="3398419" cy="34258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2" name="Google Shape;292;p9"/>
              <p:cNvCxnSpPr/>
              <p:nvPr/>
            </p:nvCxnSpPr>
            <p:spPr>
              <a:xfrm rot="10800000">
                <a:off x="-1" y="4651431"/>
                <a:ext cx="2196496" cy="2206567"/>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3" name="Google Shape;293;p9"/>
              <p:cNvCxnSpPr/>
              <p:nvPr/>
            </p:nvCxnSpPr>
            <p:spPr>
              <a:xfrm rot="10800000">
                <a:off x="-1" y="5864453"/>
                <a:ext cx="987003" cy="993545"/>
              </a:xfrm>
              <a:prstGeom prst="straightConnector1">
                <a:avLst/>
              </a:prstGeom>
              <a:noFill/>
              <a:ln cap="flat" cmpd="sng" w="9525">
                <a:solidFill>
                  <a:srgbClr val="276E8B">
                    <a:alpha val="25098"/>
                  </a:srgbClr>
                </a:solidFill>
                <a:prstDash val="solid"/>
                <a:miter lim="8000"/>
                <a:headEnd len="sm" w="sm" type="none"/>
                <a:tailEnd len="sm" w="sm" type="none"/>
              </a:ln>
            </p:spPr>
          </p:cxnSp>
        </p:grpSp>
        <p:grpSp>
          <p:nvGrpSpPr>
            <p:cNvPr id="294" name="Google Shape;294;p9"/>
            <p:cNvGrpSpPr/>
            <p:nvPr/>
          </p:nvGrpSpPr>
          <p:grpSpPr>
            <a:xfrm flipH="1">
              <a:off x="0" y="0"/>
              <a:ext cx="12192001" cy="6858000"/>
              <a:chOff x="-1" y="0"/>
              <a:chExt cx="12192001" cy="6858000"/>
            </a:xfrm>
          </p:grpSpPr>
          <p:cxnSp>
            <p:nvCxnSpPr>
              <p:cNvPr id="295" name="Google Shape;295;p9"/>
              <p:cNvCxnSpPr/>
              <p:nvPr/>
            </p:nvCxnSpPr>
            <p:spPr>
              <a:xfrm>
                <a:off x="225425"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6" name="Google Shape;296;p9"/>
              <p:cNvCxnSpPr/>
              <p:nvPr/>
            </p:nvCxnSpPr>
            <p:spPr>
              <a:xfrm>
                <a:off x="144915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7" name="Google Shape;297;p9"/>
              <p:cNvCxnSpPr/>
              <p:nvPr/>
            </p:nvCxnSpPr>
            <p:spPr>
              <a:xfrm>
                <a:off x="266598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8" name="Google Shape;298;p9"/>
              <p:cNvCxnSpPr/>
              <p:nvPr/>
            </p:nvCxnSpPr>
            <p:spPr>
              <a:xfrm>
                <a:off x="3885119"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299" name="Google Shape;299;p9"/>
              <p:cNvCxnSpPr/>
              <p:nvPr/>
            </p:nvCxnSpPr>
            <p:spPr>
              <a:xfrm>
                <a:off x="515064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300" name="Google Shape;300;p9"/>
              <p:cNvGrpSpPr/>
              <p:nvPr/>
            </p:nvGrpSpPr>
            <p:grpSpPr>
              <a:xfrm>
                <a:off x="6327885" y="0"/>
                <a:ext cx="5864115" cy="5898673"/>
                <a:chOff x="6327885" y="0"/>
                <a:chExt cx="5864115" cy="5898673"/>
              </a:xfrm>
            </p:grpSpPr>
            <p:cxnSp>
              <p:nvCxnSpPr>
                <p:cNvPr id="301" name="Google Shape;301;p9"/>
                <p:cNvCxnSpPr/>
                <p:nvPr/>
              </p:nvCxnSpPr>
              <p:spPr>
                <a:xfrm>
                  <a:off x="6327885" y="0"/>
                  <a:ext cx="5864115" cy="5898673"/>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02" name="Google Shape;302;p9"/>
                <p:cNvCxnSpPr/>
                <p:nvPr/>
              </p:nvCxnSpPr>
              <p:spPr>
                <a:xfrm>
                  <a:off x="7549268" y="0"/>
                  <a:ext cx="4642732" cy="467242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03" name="Google Shape;303;p9"/>
                <p:cNvCxnSpPr/>
                <p:nvPr/>
              </p:nvCxnSpPr>
              <p:spPr>
                <a:xfrm>
                  <a:off x="8772997" y="0"/>
                  <a:ext cx="3419003" cy="34567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04" name="Google Shape;304;p9"/>
                <p:cNvCxnSpPr/>
                <p:nvPr/>
              </p:nvCxnSpPr>
              <p:spPr>
                <a:xfrm>
                  <a:off x="9982200" y="0"/>
                  <a:ext cx="2209800" cy="222646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05" name="Google Shape;305;p9"/>
                <p:cNvCxnSpPr/>
                <p:nvPr/>
              </p:nvCxnSpPr>
              <p:spPr>
                <a:xfrm>
                  <a:off x="11199019" y="0"/>
                  <a:ext cx="992981" cy="1002506"/>
                </a:xfrm>
                <a:prstGeom prst="straightConnector1">
                  <a:avLst/>
                </a:prstGeom>
                <a:noFill/>
                <a:ln cap="flat" cmpd="sng" w="9525">
                  <a:solidFill>
                    <a:srgbClr val="276E8B">
                      <a:alpha val="25098"/>
                    </a:srgbClr>
                  </a:solidFill>
                  <a:prstDash val="solid"/>
                  <a:miter lim="8000"/>
                  <a:headEnd len="sm" w="sm" type="none"/>
                  <a:tailEnd len="sm" w="sm" type="none"/>
                </a:ln>
              </p:spPr>
            </p:cxnSp>
          </p:grpSp>
          <p:cxnSp>
            <p:nvCxnSpPr>
              <p:cNvPr id="306" name="Google Shape;306;p9"/>
              <p:cNvCxnSpPr/>
              <p:nvPr/>
            </p:nvCxnSpPr>
            <p:spPr>
              <a:xfrm rot="10800000">
                <a:off x="-1" y="1012053"/>
                <a:ext cx="5828811" cy="584594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07" name="Google Shape;307;p9"/>
              <p:cNvCxnSpPr/>
              <p:nvPr/>
            </p:nvCxnSpPr>
            <p:spPr>
              <a:xfrm rot="10800000">
                <a:off x="-1" y="2227340"/>
                <a:ext cx="4614781" cy="4630658"/>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08" name="Google Shape;308;p9"/>
              <p:cNvCxnSpPr/>
              <p:nvPr/>
            </p:nvCxnSpPr>
            <p:spPr>
              <a:xfrm rot="10800000">
                <a:off x="-1" y="3432149"/>
                <a:ext cx="3398419" cy="34258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09" name="Google Shape;309;p9"/>
              <p:cNvCxnSpPr/>
              <p:nvPr/>
            </p:nvCxnSpPr>
            <p:spPr>
              <a:xfrm rot="10800000">
                <a:off x="-1" y="4651431"/>
                <a:ext cx="2196496" cy="2206567"/>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10" name="Google Shape;310;p9"/>
              <p:cNvCxnSpPr/>
              <p:nvPr/>
            </p:nvCxnSpPr>
            <p:spPr>
              <a:xfrm rot="10800000">
                <a:off x="-1" y="5864453"/>
                <a:ext cx="987003" cy="993545"/>
              </a:xfrm>
              <a:prstGeom prst="straightConnector1">
                <a:avLst/>
              </a:prstGeom>
              <a:noFill/>
              <a:ln cap="flat" cmpd="sng" w="9525">
                <a:solidFill>
                  <a:srgbClr val="276E8B">
                    <a:alpha val="25098"/>
                  </a:srgbClr>
                </a:solidFill>
                <a:prstDash val="solid"/>
                <a:miter lim="8000"/>
                <a:headEnd len="sm" w="sm" type="none"/>
                <a:tailEnd len="sm" w="sm" type="none"/>
              </a:ln>
            </p:spPr>
          </p:cxnSp>
        </p:grpSp>
      </p:grpSp>
      <p:sp>
        <p:nvSpPr>
          <p:cNvPr id="311" name="Google Shape;311;p9"/>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 name="Google Shape;312;p9"/>
          <p:cNvSpPr txBox="1"/>
          <p:nvPr>
            <p:ph type="title"/>
          </p:nvPr>
        </p:nvSpPr>
        <p:spPr>
          <a:xfrm>
            <a:off x="7913152" y="571500"/>
            <a:ext cx="3657600" cy="2197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 name="Google Shape;313;p9"/>
          <p:cNvSpPr txBox="1"/>
          <p:nvPr>
            <p:ph idx="1" type="body"/>
          </p:nvPr>
        </p:nvSpPr>
        <p:spPr>
          <a:xfrm>
            <a:off x="543197" y="571500"/>
            <a:ext cx="6217920" cy="5715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55600" lvl="5" marL="2743200" algn="l">
              <a:lnSpc>
                <a:spcPct val="90000"/>
              </a:lnSpc>
              <a:spcBef>
                <a:spcPts val="600"/>
              </a:spcBef>
              <a:spcAft>
                <a:spcPts val="0"/>
              </a:spcAft>
              <a:buSzPts val="2000"/>
              <a:buChar char="▪"/>
              <a:defRPr sz="2000"/>
            </a:lvl6pPr>
            <a:lvl7pPr indent="-355600" lvl="6" marL="3200400" algn="l">
              <a:lnSpc>
                <a:spcPct val="90000"/>
              </a:lnSpc>
              <a:spcBef>
                <a:spcPts val="600"/>
              </a:spcBef>
              <a:spcAft>
                <a:spcPts val="0"/>
              </a:spcAft>
              <a:buSzPts val="2000"/>
              <a:buChar char="▪"/>
              <a:defRPr sz="2000"/>
            </a:lvl7pPr>
            <a:lvl8pPr indent="-355600" lvl="7" marL="3657600" algn="l">
              <a:lnSpc>
                <a:spcPct val="90000"/>
              </a:lnSpc>
              <a:spcBef>
                <a:spcPts val="600"/>
              </a:spcBef>
              <a:spcAft>
                <a:spcPts val="0"/>
              </a:spcAft>
              <a:buSzPts val="2000"/>
              <a:buChar char="▪"/>
              <a:defRPr sz="2000"/>
            </a:lvl8pPr>
            <a:lvl9pPr indent="-228600" lvl="8" marL="4114800" algn="l">
              <a:lnSpc>
                <a:spcPct val="90000"/>
              </a:lnSpc>
              <a:spcBef>
                <a:spcPts val="600"/>
              </a:spcBef>
              <a:spcAft>
                <a:spcPts val="0"/>
              </a:spcAft>
              <a:buSzPts val="2000"/>
              <a:buNone/>
              <a:defRPr sz="2000"/>
            </a:lvl9pPr>
          </a:lstStyle>
          <a:p/>
        </p:txBody>
      </p:sp>
      <p:sp>
        <p:nvSpPr>
          <p:cNvPr id="314" name="Google Shape;314;p9"/>
          <p:cNvSpPr txBox="1"/>
          <p:nvPr>
            <p:ph idx="2" type="body"/>
          </p:nvPr>
        </p:nvSpPr>
        <p:spPr>
          <a:xfrm>
            <a:off x="7913152" y="2995012"/>
            <a:ext cx="3657600" cy="22859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cxnSp>
        <p:nvCxnSpPr>
          <p:cNvPr id="315" name="Google Shape;315;p9"/>
          <p:cNvCxnSpPr/>
          <p:nvPr/>
        </p:nvCxnSpPr>
        <p:spPr>
          <a:xfrm>
            <a:off x="7923089" y="2895600"/>
            <a:ext cx="3659311" cy="0"/>
          </a:xfrm>
          <a:prstGeom prst="straightConnector1">
            <a:avLst/>
          </a:prstGeom>
          <a:noFill/>
          <a:ln cap="flat" cmpd="sng" w="19050">
            <a:solidFill>
              <a:schemeClr val="lt1"/>
            </a:solidFill>
            <a:prstDash val="solid"/>
            <a:miter lim="8000"/>
            <a:headEnd len="sm" w="sm" type="none"/>
            <a:tailEnd len="sm" w="sm" type="none"/>
          </a:ln>
        </p:spPr>
      </p:cxnSp>
      <p:sp>
        <p:nvSpPr>
          <p:cNvPr id="316" name="Google Shape;316;p9"/>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9"/>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9"/>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lt1"/>
                </a:solidFill>
                <a:latin typeface="Arial"/>
                <a:ea typeface="Arial"/>
                <a:cs typeface="Arial"/>
                <a:sym typeface="Arial"/>
              </a:defRPr>
            </a:lvl1pPr>
            <a:lvl2pPr indent="0" lvl="1" marL="0" algn="r">
              <a:spcBef>
                <a:spcPts val="0"/>
              </a:spcBef>
              <a:buNone/>
              <a:defRPr sz="1100">
                <a:solidFill>
                  <a:schemeClr val="lt1"/>
                </a:solidFill>
                <a:latin typeface="Arial"/>
                <a:ea typeface="Arial"/>
                <a:cs typeface="Arial"/>
                <a:sym typeface="Arial"/>
              </a:defRPr>
            </a:lvl2pPr>
            <a:lvl3pPr indent="0" lvl="2" marL="0" algn="r">
              <a:spcBef>
                <a:spcPts val="0"/>
              </a:spcBef>
              <a:buNone/>
              <a:defRPr sz="1100">
                <a:solidFill>
                  <a:schemeClr val="lt1"/>
                </a:solidFill>
                <a:latin typeface="Arial"/>
                <a:ea typeface="Arial"/>
                <a:cs typeface="Arial"/>
                <a:sym typeface="Arial"/>
              </a:defRPr>
            </a:lvl3pPr>
            <a:lvl4pPr indent="0" lvl="3" marL="0" algn="r">
              <a:spcBef>
                <a:spcPts val="0"/>
              </a:spcBef>
              <a:buNone/>
              <a:defRPr sz="1100">
                <a:solidFill>
                  <a:schemeClr val="lt1"/>
                </a:solidFill>
                <a:latin typeface="Arial"/>
                <a:ea typeface="Arial"/>
                <a:cs typeface="Arial"/>
                <a:sym typeface="Arial"/>
              </a:defRPr>
            </a:lvl4pPr>
            <a:lvl5pPr indent="0" lvl="4" marL="0" algn="r">
              <a:spcBef>
                <a:spcPts val="0"/>
              </a:spcBef>
              <a:buNone/>
              <a:defRPr sz="1100">
                <a:solidFill>
                  <a:schemeClr val="lt1"/>
                </a:solidFill>
                <a:latin typeface="Arial"/>
                <a:ea typeface="Arial"/>
                <a:cs typeface="Arial"/>
                <a:sym typeface="Arial"/>
              </a:defRPr>
            </a:lvl5pPr>
            <a:lvl6pPr indent="0" lvl="5" marL="0" algn="r">
              <a:spcBef>
                <a:spcPts val="0"/>
              </a:spcBef>
              <a:buNone/>
              <a:defRPr sz="1100">
                <a:solidFill>
                  <a:schemeClr val="lt1"/>
                </a:solidFill>
                <a:latin typeface="Arial"/>
                <a:ea typeface="Arial"/>
                <a:cs typeface="Arial"/>
                <a:sym typeface="Arial"/>
              </a:defRPr>
            </a:lvl6pPr>
            <a:lvl7pPr indent="0" lvl="6" marL="0" algn="r">
              <a:spcBef>
                <a:spcPts val="0"/>
              </a:spcBef>
              <a:buNone/>
              <a:defRPr sz="1100">
                <a:solidFill>
                  <a:schemeClr val="lt1"/>
                </a:solidFill>
                <a:latin typeface="Arial"/>
                <a:ea typeface="Arial"/>
                <a:cs typeface="Arial"/>
                <a:sym typeface="Arial"/>
              </a:defRPr>
            </a:lvl7pPr>
            <a:lvl8pPr indent="0" lvl="7" marL="0" algn="r">
              <a:spcBef>
                <a:spcPts val="0"/>
              </a:spcBef>
              <a:buNone/>
              <a:defRPr sz="1100">
                <a:solidFill>
                  <a:schemeClr val="lt1"/>
                </a:solidFill>
                <a:latin typeface="Arial"/>
                <a:ea typeface="Arial"/>
                <a:cs typeface="Arial"/>
                <a:sym typeface="Arial"/>
              </a:defRPr>
            </a:lvl8pPr>
            <a:lvl9pPr indent="0" lvl="8" marL="0" algn="r">
              <a:spcBef>
                <a:spcPts val="0"/>
              </a:spcBef>
              <a:buNone/>
              <a:defRPr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297694"/>
            </a:gs>
          </a:gsLst>
          <a:path path="circle">
            <a:fillToRect b="50%" l="50%" r="50%" t="50%"/>
          </a:path>
          <a:tileRect/>
        </a:gradFill>
      </p:bgPr>
    </p:bg>
    <p:spTree>
      <p:nvGrpSpPr>
        <p:cNvPr id="319" name="Shape 319"/>
        <p:cNvGrpSpPr/>
        <p:nvPr/>
      </p:nvGrpSpPr>
      <p:grpSpPr>
        <a:xfrm>
          <a:off x="0" y="0"/>
          <a:ext cx="0" cy="0"/>
          <a:chOff x="0" y="0"/>
          <a:chExt cx="0" cy="0"/>
        </a:xfrm>
      </p:grpSpPr>
      <p:grpSp>
        <p:nvGrpSpPr>
          <p:cNvPr id="320" name="Google Shape;320;p10"/>
          <p:cNvGrpSpPr/>
          <p:nvPr/>
        </p:nvGrpSpPr>
        <p:grpSpPr>
          <a:xfrm>
            <a:off x="-1" y="0"/>
            <a:ext cx="12192002" cy="6858000"/>
            <a:chOff x="-1" y="0"/>
            <a:chExt cx="12192002" cy="6858000"/>
          </a:xfrm>
        </p:grpSpPr>
        <p:cxnSp>
          <p:nvCxnSpPr>
            <p:cNvPr id="321" name="Google Shape;321;p10"/>
            <p:cNvCxnSpPr/>
            <p:nvPr/>
          </p:nvCxnSpPr>
          <p:spPr>
            <a:xfrm>
              <a:off x="610194"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2" name="Google Shape;322;p10"/>
            <p:cNvCxnSpPr/>
            <p:nvPr/>
          </p:nvCxnSpPr>
          <p:spPr>
            <a:xfrm>
              <a:off x="1829332"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3" name="Google Shape;323;p10"/>
            <p:cNvCxnSpPr/>
            <p:nvPr/>
          </p:nvCxnSpPr>
          <p:spPr>
            <a:xfrm>
              <a:off x="3048470"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4" name="Google Shape;324;p10"/>
            <p:cNvCxnSpPr/>
            <p:nvPr/>
          </p:nvCxnSpPr>
          <p:spPr>
            <a:xfrm>
              <a:off x="4267608"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5" name="Google Shape;325;p10"/>
            <p:cNvCxnSpPr/>
            <p:nvPr/>
          </p:nvCxnSpPr>
          <p:spPr>
            <a:xfrm>
              <a:off x="5486746"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6" name="Google Shape;326;p10"/>
            <p:cNvCxnSpPr/>
            <p:nvPr/>
          </p:nvCxnSpPr>
          <p:spPr>
            <a:xfrm>
              <a:off x="6705884"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7" name="Google Shape;327;p10"/>
            <p:cNvCxnSpPr/>
            <p:nvPr/>
          </p:nvCxnSpPr>
          <p:spPr>
            <a:xfrm>
              <a:off x="7925022"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8" name="Google Shape;328;p10"/>
            <p:cNvCxnSpPr/>
            <p:nvPr/>
          </p:nvCxnSpPr>
          <p:spPr>
            <a:xfrm>
              <a:off x="9144160"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29" name="Google Shape;329;p10"/>
            <p:cNvCxnSpPr/>
            <p:nvPr/>
          </p:nvCxnSpPr>
          <p:spPr>
            <a:xfrm>
              <a:off x="10363298"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0" name="Google Shape;330;p10"/>
            <p:cNvCxnSpPr/>
            <p:nvPr/>
          </p:nvCxnSpPr>
          <p:spPr>
            <a:xfrm>
              <a:off x="11582436" y="0"/>
              <a:ext cx="0"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1" name="Google Shape;331;p10"/>
            <p:cNvCxnSpPr/>
            <p:nvPr/>
          </p:nvCxnSpPr>
          <p:spPr>
            <a:xfrm>
              <a:off x="2819" y="386485"/>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2" name="Google Shape;332;p10"/>
            <p:cNvCxnSpPr/>
            <p:nvPr/>
          </p:nvCxnSpPr>
          <p:spPr>
            <a:xfrm>
              <a:off x="2819" y="1611181"/>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3" name="Google Shape;333;p10"/>
            <p:cNvCxnSpPr/>
            <p:nvPr/>
          </p:nvCxnSpPr>
          <p:spPr>
            <a:xfrm>
              <a:off x="2819" y="2835877"/>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4" name="Google Shape;334;p10"/>
            <p:cNvCxnSpPr/>
            <p:nvPr/>
          </p:nvCxnSpPr>
          <p:spPr>
            <a:xfrm>
              <a:off x="2819" y="4060573"/>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5" name="Google Shape;335;p10"/>
            <p:cNvCxnSpPr/>
            <p:nvPr/>
          </p:nvCxnSpPr>
          <p:spPr>
            <a:xfrm>
              <a:off x="2819" y="5285269"/>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6" name="Google Shape;336;p10"/>
            <p:cNvCxnSpPr/>
            <p:nvPr/>
          </p:nvCxnSpPr>
          <p:spPr>
            <a:xfrm>
              <a:off x="2819" y="6509965"/>
              <a:ext cx="12188952" cy="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337" name="Google Shape;337;p10"/>
            <p:cNvGrpSpPr/>
            <p:nvPr/>
          </p:nvGrpSpPr>
          <p:grpSpPr>
            <a:xfrm>
              <a:off x="-1" y="0"/>
              <a:ext cx="12192001" cy="6858000"/>
              <a:chOff x="-1" y="0"/>
              <a:chExt cx="12192001" cy="6858000"/>
            </a:xfrm>
          </p:grpSpPr>
          <p:cxnSp>
            <p:nvCxnSpPr>
              <p:cNvPr id="338" name="Google Shape;338;p10"/>
              <p:cNvCxnSpPr/>
              <p:nvPr/>
            </p:nvCxnSpPr>
            <p:spPr>
              <a:xfrm>
                <a:off x="225425"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39" name="Google Shape;339;p10"/>
              <p:cNvCxnSpPr/>
              <p:nvPr/>
            </p:nvCxnSpPr>
            <p:spPr>
              <a:xfrm>
                <a:off x="144915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40" name="Google Shape;340;p10"/>
              <p:cNvCxnSpPr/>
              <p:nvPr/>
            </p:nvCxnSpPr>
            <p:spPr>
              <a:xfrm>
                <a:off x="266598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41" name="Google Shape;341;p10"/>
              <p:cNvCxnSpPr/>
              <p:nvPr/>
            </p:nvCxnSpPr>
            <p:spPr>
              <a:xfrm>
                <a:off x="3885119"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42" name="Google Shape;342;p10"/>
              <p:cNvCxnSpPr/>
              <p:nvPr/>
            </p:nvCxnSpPr>
            <p:spPr>
              <a:xfrm>
                <a:off x="510650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343" name="Google Shape;343;p10"/>
              <p:cNvGrpSpPr/>
              <p:nvPr/>
            </p:nvGrpSpPr>
            <p:grpSpPr>
              <a:xfrm>
                <a:off x="6327885" y="0"/>
                <a:ext cx="5864115" cy="5898673"/>
                <a:chOff x="6327885" y="0"/>
                <a:chExt cx="5864115" cy="5898673"/>
              </a:xfrm>
            </p:grpSpPr>
            <p:cxnSp>
              <p:nvCxnSpPr>
                <p:cNvPr id="344" name="Google Shape;344;p10"/>
                <p:cNvCxnSpPr/>
                <p:nvPr/>
              </p:nvCxnSpPr>
              <p:spPr>
                <a:xfrm>
                  <a:off x="6327885" y="0"/>
                  <a:ext cx="5864115" cy="5898673"/>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45" name="Google Shape;345;p10"/>
                <p:cNvCxnSpPr/>
                <p:nvPr/>
              </p:nvCxnSpPr>
              <p:spPr>
                <a:xfrm>
                  <a:off x="7549268" y="0"/>
                  <a:ext cx="4642732" cy="467242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46" name="Google Shape;346;p10"/>
                <p:cNvCxnSpPr/>
                <p:nvPr/>
              </p:nvCxnSpPr>
              <p:spPr>
                <a:xfrm>
                  <a:off x="8772997" y="0"/>
                  <a:ext cx="3419003" cy="34567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47" name="Google Shape;347;p10"/>
                <p:cNvCxnSpPr/>
                <p:nvPr/>
              </p:nvCxnSpPr>
              <p:spPr>
                <a:xfrm>
                  <a:off x="9982200" y="0"/>
                  <a:ext cx="2209800" cy="222646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48" name="Google Shape;348;p10"/>
                <p:cNvCxnSpPr/>
                <p:nvPr/>
              </p:nvCxnSpPr>
              <p:spPr>
                <a:xfrm>
                  <a:off x="11199019" y="0"/>
                  <a:ext cx="992981" cy="1002506"/>
                </a:xfrm>
                <a:prstGeom prst="straightConnector1">
                  <a:avLst/>
                </a:prstGeom>
                <a:noFill/>
                <a:ln cap="flat" cmpd="sng" w="9525">
                  <a:solidFill>
                    <a:srgbClr val="276E8B">
                      <a:alpha val="25098"/>
                    </a:srgbClr>
                  </a:solidFill>
                  <a:prstDash val="solid"/>
                  <a:miter lim="8000"/>
                  <a:headEnd len="sm" w="sm" type="none"/>
                  <a:tailEnd len="sm" w="sm" type="none"/>
                </a:ln>
              </p:spPr>
            </p:cxnSp>
          </p:grpSp>
          <p:cxnSp>
            <p:nvCxnSpPr>
              <p:cNvPr id="349" name="Google Shape;349;p10"/>
              <p:cNvCxnSpPr/>
              <p:nvPr/>
            </p:nvCxnSpPr>
            <p:spPr>
              <a:xfrm rot="10800000">
                <a:off x="-1" y="1012053"/>
                <a:ext cx="5828811" cy="584594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0" name="Google Shape;350;p10"/>
              <p:cNvCxnSpPr/>
              <p:nvPr/>
            </p:nvCxnSpPr>
            <p:spPr>
              <a:xfrm rot="10800000">
                <a:off x="-1" y="2227340"/>
                <a:ext cx="4614781" cy="4630658"/>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1" name="Google Shape;351;p10"/>
              <p:cNvCxnSpPr/>
              <p:nvPr/>
            </p:nvCxnSpPr>
            <p:spPr>
              <a:xfrm rot="10800000">
                <a:off x="-1" y="3432149"/>
                <a:ext cx="3398419" cy="34258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2" name="Google Shape;352;p10"/>
              <p:cNvCxnSpPr/>
              <p:nvPr/>
            </p:nvCxnSpPr>
            <p:spPr>
              <a:xfrm rot="10800000">
                <a:off x="-1" y="4651431"/>
                <a:ext cx="2196496" cy="2206567"/>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3" name="Google Shape;353;p10"/>
              <p:cNvCxnSpPr/>
              <p:nvPr/>
            </p:nvCxnSpPr>
            <p:spPr>
              <a:xfrm rot="10800000">
                <a:off x="-1" y="5864453"/>
                <a:ext cx="987003" cy="993545"/>
              </a:xfrm>
              <a:prstGeom prst="straightConnector1">
                <a:avLst/>
              </a:prstGeom>
              <a:noFill/>
              <a:ln cap="flat" cmpd="sng" w="9525">
                <a:solidFill>
                  <a:srgbClr val="276E8B">
                    <a:alpha val="25098"/>
                  </a:srgbClr>
                </a:solidFill>
                <a:prstDash val="solid"/>
                <a:miter lim="8000"/>
                <a:headEnd len="sm" w="sm" type="none"/>
                <a:tailEnd len="sm" w="sm" type="none"/>
              </a:ln>
            </p:spPr>
          </p:cxnSp>
        </p:grpSp>
        <p:grpSp>
          <p:nvGrpSpPr>
            <p:cNvPr id="354" name="Google Shape;354;p10"/>
            <p:cNvGrpSpPr/>
            <p:nvPr/>
          </p:nvGrpSpPr>
          <p:grpSpPr>
            <a:xfrm flipH="1">
              <a:off x="0" y="0"/>
              <a:ext cx="12192001" cy="6858000"/>
              <a:chOff x="-1" y="0"/>
              <a:chExt cx="12192001" cy="6858000"/>
            </a:xfrm>
          </p:grpSpPr>
          <p:cxnSp>
            <p:nvCxnSpPr>
              <p:cNvPr id="355" name="Google Shape;355;p10"/>
              <p:cNvCxnSpPr/>
              <p:nvPr/>
            </p:nvCxnSpPr>
            <p:spPr>
              <a:xfrm>
                <a:off x="225425"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6" name="Google Shape;356;p10"/>
              <p:cNvCxnSpPr/>
              <p:nvPr/>
            </p:nvCxnSpPr>
            <p:spPr>
              <a:xfrm>
                <a:off x="144915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7" name="Google Shape;357;p10"/>
              <p:cNvCxnSpPr/>
              <p:nvPr/>
            </p:nvCxnSpPr>
            <p:spPr>
              <a:xfrm>
                <a:off x="2665982"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8" name="Google Shape;358;p10"/>
              <p:cNvCxnSpPr/>
              <p:nvPr/>
            </p:nvCxnSpPr>
            <p:spPr>
              <a:xfrm>
                <a:off x="3885119"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59" name="Google Shape;359;p10"/>
              <p:cNvCxnSpPr/>
              <p:nvPr/>
            </p:nvCxnSpPr>
            <p:spPr>
              <a:xfrm>
                <a:off x="5150644" y="0"/>
                <a:ext cx="6815931" cy="6858000"/>
              </a:xfrm>
              <a:prstGeom prst="straightConnector1">
                <a:avLst/>
              </a:prstGeom>
              <a:noFill/>
              <a:ln cap="flat" cmpd="sng" w="9525">
                <a:solidFill>
                  <a:srgbClr val="276E8B">
                    <a:alpha val="25098"/>
                  </a:srgbClr>
                </a:solidFill>
                <a:prstDash val="solid"/>
                <a:miter lim="8000"/>
                <a:headEnd len="sm" w="sm" type="none"/>
                <a:tailEnd len="sm" w="sm" type="none"/>
              </a:ln>
            </p:spPr>
          </p:cxnSp>
          <p:grpSp>
            <p:nvGrpSpPr>
              <p:cNvPr id="360" name="Google Shape;360;p10"/>
              <p:cNvGrpSpPr/>
              <p:nvPr/>
            </p:nvGrpSpPr>
            <p:grpSpPr>
              <a:xfrm>
                <a:off x="6327885" y="0"/>
                <a:ext cx="5864115" cy="5898673"/>
                <a:chOff x="6327885" y="0"/>
                <a:chExt cx="5864115" cy="5898673"/>
              </a:xfrm>
            </p:grpSpPr>
            <p:cxnSp>
              <p:nvCxnSpPr>
                <p:cNvPr id="361" name="Google Shape;361;p10"/>
                <p:cNvCxnSpPr/>
                <p:nvPr/>
              </p:nvCxnSpPr>
              <p:spPr>
                <a:xfrm>
                  <a:off x="6327885" y="0"/>
                  <a:ext cx="5864115" cy="5898673"/>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62" name="Google Shape;362;p10"/>
                <p:cNvCxnSpPr/>
                <p:nvPr/>
              </p:nvCxnSpPr>
              <p:spPr>
                <a:xfrm>
                  <a:off x="7549268" y="0"/>
                  <a:ext cx="4642732" cy="467242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63" name="Google Shape;363;p10"/>
                <p:cNvCxnSpPr/>
                <p:nvPr/>
              </p:nvCxnSpPr>
              <p:spPr>
                <a:xfrm>
                  <a:off x="8772997" y="0"/>
                  <a:ext cx="3419003" cy="34567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64" name="Google Shape;364;p10"/>
                <p:cNvCxnSpPr/>
                <p:nvPr/>
              </p:nvCxnSpPr>
              <p:spPr>
                <a:xfrm>
                  <a:off x="9982200" y="0"/>
                  <a:ext cx="2209800" cy="222646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65" name="Google Shape;365;p10"/>
                <p:cNvCxnSpPr/>
                <p:nvPr/>
              </p:nvCxnSpPr>
              <p:spPr>
                <a:xfrm>
                  <a:off x="11199019" y="0"/>
                  <a:ext cx="992981" cy="1002506"/>
                </a:xfrm>
                <a:prstGeom prst="straightConnector1">
                  <a:avLst/>
                </a:prstGeom>
                <a:noFill/>
                <a:ln cap="flat" cmpd="sng" w="9525">
                  <a:solidFill>
                    <a:srgbClr val="276E8B">
                      <a:alpha val="25098"/>
                    </a:srgbClr>
                  </a:solidFill>
                  <a:prstDash val="solid"/>
                  <a:miter lim="8000"/>
                  <a:headEnd len="sm" w="sm" type="none"/>
                  <a:tailEnd len="sm" w="sm" type="none"/>
                </a:ln>
              </p:spPr>
            </p:cxnSp>
          </p:grpSp>
          <p:cxnSp>
            <p:nvCxnSpPr>
              <p:cNvPr id="366" name="Google Shape;366;p10"/>
              <p:cNvCxnSpPr/>
              <p:nvPr/>
            </p:nvCxnSpPr>
            <p:spPr>
              <a:xfrm rot="10800000">
                <a:off x="-1" y="1012053"/>
                <a:ext cx="5828811" cy="5845945"/>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67" name="Google Shape;367;p10"/>
              <p:cNvCxnSpPr/>
              <p:nvPr/>
            </p:nvCxnSpPr>
            <p:spPr>
              <a:xfrm rot="10800000">
                <a:off x="-1" y="2227340"/>
                <a:ext cx="4614781" cy="4630658"/>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68" name="Google Shape;368;p10"/>
              <p:cNvCxnSpPr/>
              <p:nvPr/>
            </p:nvCxnSpPr>
            <p:spPr>
              <a:xfrm rot="10800000">
                <a:off x="-1" y="3432149"/>
                <a:ext cx="3398419" cy="3425849"/>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69" name="Google Shape;369;p10"/>
              <p:cNvCxnSpPr/>
              <p:nvPr/>
            </p:nvCxnSpPr>
            <p:spPr>
              <a:xfrm rot="10800000">
                <a:off x="-1" y="4651431"/>
                <a:ext cx="2196496" cy="2206567"/>
              </a:xfrm>
              <a:prstGeom prst="straightConnector1">
                <a:avLst/>
              </a:prstGeom>
              <a:noFill/>
              <a:ln cap="flat" cmpd="sng" w="9525">
                <a:solidFill>
                  <a:srgbClr val="276E8B">
                    <a:alpha val="25098"/>
                  </a:srgbClr>
                </a:solidFill>
                <a:prstDash val="solid"/>
                <a:miter lim="8000"/>
                <a:headEnd len="sm" w="sm" type="none"/>
                <a:tailEnd len="sm" w="sm" type="none"/>
              </a:ln>
            </p:spPr>
          </p:cxnSp>
          <p:cxnSp>
            <p:nvCxnSpPr>
              <p:cNvPr id="370" name="Google Shape;370;p10"/>
              <p:cNvCxnSpPr/>
              <p:nvPr/>
            </p:nvCxnSpPr>
            <p:spPr>
              <a:xfrm rot="10800000">
                <a:off x="-1" y="5864453"/>
                <a:ext cx="987003" cy="993545"/>
              </a:xfrm>
              <a:prstGeom prst="straightConnector1">
                <a:avLst/>
              </a:prstGeom>
              <a:noFill/>
              <a:ln cap="flat" cmpd="sng" w="9525">
                <a:solidFill>
                  <a:srgbClr val="276E8B">
                    <a:alpha val="25098"/>
                  </a:srgbClr>
                </a:solidFill>
                <a:prstDash val="solid"/>
                <a:miter lim="8000"/>
                <a:headEnd len="sm" w="sm" type="none"/>
                <a:tailEnd len="sm" w="sm" type="none"/>
              </a:ln>
            </p:spPr>
          </p:cxnSp>
        </p:grpSp>
      </p:grpSp>
      <p:sp>
        <p:nvSpPr>
          <p:cNvPr id="371" name="Google Shape;371;p10"/>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2" name="Google Shape;372;p10"/>
          <p:cNvCxnSpPr/>
          <p:nvPr/>
        </p:nvCxnSpPr>
        <p:spPr>
          <a:xfrm>
            <a:off x="7923089" y="2895600"/>
            <a:ext cx="3659311" cy="0"/>
          </a:xfrm>
          <a:prstGeom prst="straightConnector1">
            <a:avLst/>
          </a:prstGeom>
          <a:noFill/>
          <a:ln cap="flat" cmpd="sng" w="19050">
            <a:solidFill>
              <a:schemeClr val="lt1"/>
            </a:solidFill>
            <a:prstDash val="solid"/>
            <a:miter lim="8000"/>
            <a:headEnd len="sm" w="sm" type="none"/>
            <a:tailEnd len="sm" w="sm" type="none"/>
          </a:ln>
        </p:spPr>
      </p:cxnSp>
      <p:sp>
        <p:nvSpPr>
          <p:cNvPr id="373" name="Google Shape;373;p10"/>
          <p:cNvSpPr txBox="1"/>
          <p:nvPr>
            <p:ph type="title"/>
          </p:nvPr>
        </p:nvSpPr>
        <p:spPr>
          <a:xfrm>
            <a:off x="7909560" y="576072"/>
            <a:ext cx="3657600" cy="21945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374" name="Google Shape;374;p10"/>
          <p:cNvSpPr/>
          <p:nvPr>
            <p:ph idx="2" type="pic"/>
          </p:nvPr>
        </p:nvSpPr>
        <p:spPr>
          <a:xfrm>
            <a:off x="4412" y="-159"/>
            <a:ext cx="7315200" cy="6858000"/>
          </a:xfrm>
          <a:prstGeom prst="rect">
            <a:avLst/>
          </a:prstGeom>
          <a:noFill/>
          <a:ln>
            <a:noFill/>
          </a:ln>
        </p:spPr>
      </p:sp>
      <p:sp>
        <p:nvSpPr>
          <p:cNvPr id="375" name="Google Shape;375;p10"/>
          <p:cNvSpPr txBox="1"/>
          <p:nvPr>
            <p:ph idx="1" type="body"/>
          </p:nvPr>
        </p:nvSpPr>
        <p:spPr>
          <a:xfrm>
            <a:off x="7909560" y="2999232"/>
            <a:ext cx="3657600" cy="2286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6" name="Shape 376"/>
        <p:cNvGrpSpPr/>
        <p:nvPr/>
      </p:nvGrpSpPr>
      <p:grpSpPr>
        <a:xfrm>
          <a:off x="0" y="0"/>
          <a:ext cx="0" cy="0"/>
          <a:chOff x="0" y="0"/>
          <a:chExt cx="0" cy="0"/>
        </a:xfrm>
      </p:grpSpPr>
      <p:sp>
        <p:nvSpPr>
          <p:cNvPr id="377" name="Google Shape;377;p11"/>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76E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8" name="Google Shape;378;p11"/>
          <p:cNvSpPr txBox="1"/>
          <p:nvPr>
            <p:ph idx="1" type="body"/>
          </p:nvPr>
        </p:nvSpPr>
        <p:spPr>
          <a:xfrm rot="5400000">
            <a:off x="4191001" y="-914400"/>
            <a:ext cx="3809999"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79" name="Google Shape;379;p11"/>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11"/>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11"/>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2" name="Shape 382"/>
        <p:cNvGrpSpPr/>
        <p:nvPr/>
      </p:nvGrpSpPr>
      <p:grpSpPr>
        <a:xfrm>
          <a:off x="0" y="0"/>
          <a:ext cx="0" cy="0"/>
          <a:chOff x="0" y="0"/>
          <a:chExt cx="0" cy="0"/>
        </a:xfrm>
      </p:grpSpPr>
      <p:sp>
        <p:nvSpPr>
          <p:cNvPr id="383" name="Google Shape;383;p12"/>
          <p:cNvSpPr txBox="1"/>
          <p:nvPr>
            <p:ph type="title"/>
          </p:nvPr>
        </p:nvSpPr>
        <p:spPr>
          <a:xfrm rot="5400000">
            <a:off x="7402286" y="2296885"/>
            <a:ext cx="5301343" cy="16872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76E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12"/>
          <p:cNvSpPr txBox="1"/>
          <p:nvPr>
            <p:ph idx="1" type="body"/>
          </p:nvPr>
        </p:nvSpPr>
        <p:spPr>
          <a:xfrm rot="5400000">
            <a:off x="2438400" y="-653144"/>
            <a:ext cx="5301343" cy="75873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85" name="Google Shape;385;p12"/>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12"/>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12"/>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3000">
              <a:schemeClr val="lt1"/>
            </a:gs>
            <a:gs pos="100000">
              <a:srgbClr val="F2F2F2">
                <a:alpha val="65098"/>
              </a:srgbClr>
            </a:gs>
          </a:gsLst>
          <a:lin ang="5400000" scaled="0"/>
        </a:gradFill>
      </p:bgPr>
    </p:bg>
    <p:spTree>
      <p:nvGrpSpPr>
        <p:cNvPr id="9" name="Shape 9"/>
        <p:cNvGrpSpPr/>
        <p:nvPr/>
      </p:nvGrpSpPr>
      <p:grpSpPr>
        <a:xfrm>
          <a:off x="0" y="0"/>
          <a:ext cx="0" cy="0"/>
          <a:chOff x="0" y="0"/>
          <a:chExt cx="0" cy="0"/>
        </a:xfrm>
      </p:grpSpPr>
      <p:grpSp>
        <p:nvGrpSpPr>
          <p:cNvPr id="10" name="Google Shape;10;p1"/>
          <p:cNvGrpSpPr/>
          <p:nvPr/>
        </p:nvGrpSpPr>
        <p:grpSpPr>
          <a:xfrm>
            <a:off x="-1" y="-195943"/>
            <a:ext cx="12192002" cy="6858000"/>
            <a:chOff x="-1" y="0"/>
            <a:chExt cx="12192002" cy="6858000"/>
          </a:xfrm>
        </p:grpSpPr>
        <p:cxnSp>
          <p:nvCxnSpPr>
            <p:cNvPr id="11" name="Google Shape;11;p1"/>
            <p:cNvCxnSpPr/>
            <p:nvPr/>
          </p:nvCxnSpPr>
          <p:spPr>
            <a:xfrm>
              <a:off x="610194"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2" name="Google Shape;12;p1"/>
            <p:cNvCxnSpPr/>
            <p:nvPr/>
          </p:nvCxnSpPr>
          <p:spPr>
            <a:xfrm>
              <a:off x="1829332"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3" name="Google Shape;13;p1"/>
            <p:cNvCxnSpPr/>
            <p:nvPr/>
          </p:nvCxnSpPr>
          <p:spPr>
            <a:xfrm>
              <a:off x="3048470"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4" name="Google Shape;14;p1"/>
            <p:cNvCxnSpPr/>
            <p:nvPr/>
          </p:nvCxnSpPr>
          <p:spPr>
            <a:xfrm>
              <a:off x="4267608"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5" name="Google Shape;15;p1"/>
            <p:cNvCxnSpPr/>
            <p:nvPr/>
          </p:nvCxnSpPr>
          <p:spPr>
            <a:xfrm>
              <a:off x="5486746"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6" name="Google Shape;16;p1"/>
            <p:cNvCxnSpPr/>
            <p:nvPr/>
          </p:nvCxnSpPr>
          <p:spPr>
            <a:xfrm>
              <a:off x="6705884"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7" name="Google Shape;17;p1"/>
            <p:cNvCxnSpPr/>
            <p:nvPr/>
          </p:nvCxnSpPr>
          <p:spPr>
            <a:xfrm>
              <a:off x="7925022"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8" name="Google Shape;18;p1"/>
            <p:cNvCxnSpPr/>
            <p:nvPr/>
          </p:nvCxnSpPr>
          <p:spPr>
            <a:xfrm>
              <a:off x="9144160"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19" name="Google Shape;19;p1"/>
            <p:cNvCxnSpPr/>
            <p:nvPr/>
          </p:nvCxnSpPr>
          <p:spPr>
            <a:xfrm>
              <a:off x="10363298"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0" name="Google Shape;20;p1"/>
            <p:cNvCxnSpPr/>
            <p:nvPr/>
          </p:nvCxnSpPr>
          <p:spPr>
            <a:xfrm>
              <a:off x="11582436" y="0"/>
              <a:ext cx="0"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1" name="Google Shape;21;p1"/>
            <p:cNvCxnSpPr/>
            <p:nvPr/>
          </p:nvCxnSpPr>
          <p:spPr>
            <a:xfrm>
              <a:off x="2819" y="386485"/>
              <a:ext cx="12188952" cy="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2" name="Google Shape;22;p1"/>
            <p:cNvCxnSpPr/>
            <p:nvPr/>
          </p:nvCxnSpPr>
          <p:spPr>
            <a:xfrm>
              <a:off x="2819" y="1611181"/>
              <a:ext cx="12188952" cy="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3" name="Google Shape;23;p1"/>
            <p:cNvCxnSpPr/>
            <p:nvPr/>
          </p:nvCxnSpPr>
          <p:spPr>
            <a:xfrm>
              <a:off x="2819" y="2835877"/>
              <a:ext cx="12188952" cy="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4" name="Google Shape;24;p1"/>
            <p:cNvCxnSpPr/>
            <p:nvPr/>
          </p:nvCxnSpPr>
          <p:spPr>
            <a:xfrm>
              <a:off x="2819" y="4060573"/>
              <a:ext cx="12188952" cy="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5" name="Google Shape;25;p1"/>
            <p:cNvCxnSpPr/>
            <p:nvPr/>
          </p:nvCxnSpPr>
          <p:spPr>
            <a:xfrm>
              <a:off x="2819" y="5285269"/>
              <a:ext cx="12188952" cy="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6" name="Google Shape;26;p1"/>
            <p:cNvCxnSpPr/>
            <p:nvPr/>
          </p:nvCxnSpPr>
          <p:spPr>
            <a:xfrm>
              <a:off x="2819" y="6509965"/>
              <a:ext cx="12188952" cy="0"/>
            </a:xfrm>
            <a:prstGeom prst="straightConnector1">
              <a:avLst/>
            </a:prstGeom>
            <a:noFill/>
            <a:ln cap="flat" cmpd="sng" w="9525">
              <a:solidFill>
                <a:srgbClr val="D8D8D8">
                  <a:alpha val="25098"/>
                </a:srgbClr>
              </a:solidFill>
              <a:prstDash val="solid"/>
              <a:miter lim="8000"/>
              <a:headEnd len="sm" w="sm" type="none"/>
              <a:tailEnd len="sm" w="sm" type="none"/>
            </a:ln>
          </p:spPr>
        </p:cxnSp>
        <p:grpSp>
          <p:nvGrpSpPr>
            <p:cNvPr id="27" name="Google Shape;27;p1"/>
            <p:cNvGrpSpPr/>
            <p:nvPr/>
          </p:nvGrpSpPr>
          <p:grpSpPr>
            <a:xfrm>
              <a:off x="-1" y="0"/>
              <a:ext cx="12192001" cy="6858000"/>
              <a:chOff x="-1" y="0"/>
              <a:chExt cx="12192001" cy="6858000"/>
            </a:xfrm>
          </p:grpSpPr>
          <p:cxnSp>
            <p:nvCxnSpPr>
              <p:cNvPr id="28" name="Google Shape;28;p1"/>
              <p:cNvCxnSpPr/>
              <p:nvPr/>
            </p:nvCxnSpPr>
            <p:spPr>
              <a:xfrm>
                <a:off x="225425"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29" name="Google Shape;29;p1"/>
              <p:cNvCxnSpPr/>
              <p:nvPr/>
            </p:nvCxnSpPr>
            <p:spPr>
              <a:xfrm>
                <a:off x="1449154"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30" name="Google Shape;30;p1"/>
              <p:cNvCxnSpPr/>
              <p:nvPr/>
            </p:nvCxnSpPr>
            <p:spPr>
              <a:xfrm>
                <a:off x="2665982"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31" name="Google Shape;31;p1"/>
              <p:cNvCxnSpPr/>
              <p:nvPr/>
            </p:nvCxnSpPr>
            <p:spPr>
              <a:xfrm>
                <a:off x="3885119"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32" name="Google Shape;32;p1"/>
              <p:cNvCxnSpPr/>
              <p:nvPr/>
            </p:nvCxnSpPr>
            <p:spPr>
              <a:xfrm>
                <a:off x="5106502"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grpSp>
            <p:nvGrpSpPr>
              <p:cNvPr id="33" name="Google Shape;33;p1"/>
              <p:cNvGrpSpPr/>
              <p:nvPr/>
            </p:nvGrpSpPr>
            <p:grpSpPr>
              <a:xfrm>
                <a:off x="6327885" y="0"/>
                <a:ext cx="5864115" cy="5898673"/>
                <a:chOff x="6327885" y="0"/>
                <a:chExt cx="5864115" cy="5898673"/>
              </a:xfrm>
            </p:grpSpPr>
            <p:cxnSp>
              <p:nvCxnSpPr>
                <p:cNvPr id="34" name="Google Shape;34;p1"/>
                <p:cNvCxnSpPr/>
                <p:nvPr/>
              </p:nvCxnSpPr>
              <p:spPr>
                <a:xfrm>
                  <a:off x="6327885" y="0"/>
                  <a:ext cx="5864115" cy="5898673"/>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35" name="Google Shape;35;p1"/>
                <p:cNvCxnSpPr/>
                <p:nvPr/>
              </p:nvCxnSpPr>
              <p:spPr>
                <a:xfrm>
                  <a:off x="7549268" y="0"/>
                  <a:ext cx="4642732" cy="4672425"/>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36" name="Google Shape;36;p1"/>
                <p:cNvCxnSpPr/>
                <p:nvPr/>
              </p:nvCxnSpPr>
              <p:spPr>
                <a:xfrm>
                  <a:off x="8772997" y="0"/>
                  <a:ext cx="3419003" cy="3456749"/>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37" name="Google Shape;37;p1"/>
                <p:cNvCxnSpPr/>
                <p:nvPr/>
              </p:nvCxnSpPr>
              <p:spPr>
                <a:xfrm>
                  <a:off x="9982200" y="0"/>
                  <a:ext cx="2209800" cy="2226469"/>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38" name="Google Shape;38;p1"/>
                <p:cNvCxnSpPr/>
                <p:nvPr/>
              </p:nvCxnSpPr>
              <p:spPr>
                <a:xfrm>
                  <a:off x="11199019" y="0"/>
                  <a:ext cx="992981" cy="1002506"/>
                </a:xfrm>
                <a:prstGeom prst="straightConnector1">
                  <a:avLst/>
                </a:prstGeom>
                <a:noFill/>
                <a:ln cap="flat" cmpd="sng" w="9525">
                  <a:solidFill>
                    <a:srgbClr val="D8D8D8">
                      <a:alpha val="25098"/>
                    </a:srgbClr>
                  </a:solidFill>
                  <a:prstDash val="solid"/>
                  <a:miter lim="8000"/>
                  <a:headEnd len="sm" w="sm" type="none"/>
                  <a:tailEnd len="sm" w="sm" type="none"/>
                </a:ln>
              </p:spPr>
            </p:cxnSp>
          </p:grpSp>
          <p:cxnSp>
            <p:nvCxnSpPr>
              <p:cNvPr id="39" name="Google Shape;39;p1"/>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0" name="Google Shape;40;p1"/>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1" name="Google Shape;41;p1"/>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2" name="Google Shape;42;p1"/>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3" name="Google Shape;43;p1"/>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
                <a:headEnd len="sm" w="sm" type="none"/>
                <a:tailEnd len="sm" w="sm" type="none"/>
              </a:ln>
            </p:spPr>
          </p:cxnSp>
        </p:grpSp>
        <p:grpSp>
          <p:nvGrpSpPr>
            <p:cNvPr id="44" name="Google Shape;44;p1"/>
            <p:cNvGrpSpPr/>
            <p:nvPr/>
          </p:nvGrpSpPr>
          <p:grpSpPr>
            <a:xfrm flipH="1">
              <a:off x="0" y="0"/>
              <a:ext cx="12192001" cy="6858000"/>
              <a:chOff x="-1" y="0"/>
              <a:chExt cx="12192001" cy="6858000"/>
            </a:xfrm>
          </p:grpSpPr>
          <p:cxnSp>
            <p:nvCxnSpPr>
              <p:cNvPr id="45" name="Google Shape;45;p1"/>
              <p:cNvCxnSpPr/>
              <p:nvPr/>
            </p:nvCxnSpPr>
            <p:spPr>
              <a:xfrm>
                <a:off x="225425"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6" name="Google Shape;46;p1"/>
              <p:cNvCxnSpPr/>
              <p:nvPr/>
            </p:nvCxnSpPr>
            <p:spPr>
              <a:xfrm>
                <a:off x="1449154"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7" name="Google Shape;47;p1"/>
              <p:cNvCxnSpPr/>
              <p:nvPr/>
            </p:nvCxnSpPr>
            <p:spPr>
              <a:xfrm>
                <a:off x="2665982"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8" name="Google Shape;48;p1"/>
              <p:cNvCxnSpPr/>
              <p:nvPr/>
            </p:nvCxnSpPr>
            <p:spPr>
              <a:xfrm>
                <a:off x="3885119"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49" name="Google Shape;49;p1"/>
              <p:cNvCxnSpPr/>
              <p:nvPr/>
            </p:nvCxnSpPr>
            <p:spPr>
              <a:xfrm>
                <a:off x="5106502" y="0"/>
                <a:ext cx="6815931" cy="6858000"/>
              </a:xfrm>
              <a:prstGeom prst="straightConnector1">
                <a:avLst/>
              </a:prstGeom>
              <a:noFill/>
              <a:ln cap="flat" cmpd="sng" w="9525">
                <a:solidFill>
                  <a:srgbClr val="D8D8D8">
                    <a:alpha val="25098"/>
                  </a:srgbClr>
                </a:solidFill>
                <a:prstDash val="solid"/>
                <a:miter lim="8000"/>
                <a:headEnd len="sm" w="sm" type="none"/>
                <a:tailEnd len="sm" w="sm" type="none"/>
              </a:ln>
            </p:spPr>
          </p:cxnSp>
          <p:grpSp>
            <p:nvGrpSpPr>
              <p:cNvPr id="50" name="Google Shape;50;p1"/>
              <p:cNvGrpSpPr/>
              <p:nvPr/>
            </p:nvGrpSpPr>
            <p:grpSpPr>
              <a:xfrm>
                <a:off x="6327885" y="0"/>
                <a:ext cx="5864115" cy="5898673"/>
                <a:chOff x="6327885" y="0"/>
                <a:chExt cx="5864115" cy="5898673"/>
              </a:xfrm>
            </p:grpSpPr>
            <p:cxnSp>
              <p:nvCxnSpPr>
                <p:cNvPr id="51" name="Google Shape;51;p1"/>
                <p:cNvCxnSpPr/>
                <p:nvPr/>
              </p:nvCxnSpPr>
              <p:spPr>
                <a:xfrm>
                  <a:off x="6327885" y="0"/>
                  <a:ext cx="5864115" cy="5898673"/>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52" name="Google Shape;52;p1"/>
                <p:cNvCxnSpPr/>
                <p:nvPr/>
              </p:nvCxnSpPr>
              <p:spPr>
                <a:xfrm>
                  <a:off x="7549268" y="0"/>
                  <a:ext cx="4642732" cy="4672425"/>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53" name="Google Shape;53;p1"/>
                <p:cNvCxnSpPr/>
                <p:nvPr/>
              </p:nvCxnSpPr>
              <p:spPr>
                <a:xfrm>
                  <a:off x="8772997" y="0"/>
                  <a:ext cx="3419003" cy="3456749"/>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54" name="Google Shape;54;p1"/>
                <p:cNvCxnSpPr/>
                <p:nvPr/>
              </p:nvCxnSpPr>
              <p:spPr>
                <a:xfrm>
                  <a:off x="9982200" y="0"/>
                  <a:ext cx="2209800" cy="2226469"/>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55" name="Google Shape;55;p1"/>
                <p:cNvCxnSpPr/>
                <p:nvPr/>
              </p:nvCxnSpPr>
              <p:spPr>
                <a:xfrm>
                  <a:off x="11199019" y="0"/>
                  <a:ext cx="992981" cy="1002506"/>
                </a:xfrm>
                <a:prstGeom prst="straightConnector1">
                  <a:avLst/>
                </a:prstGeom>
                <a:noFill/>
                <a:ln cap="flat" cmpd="sng" w="9525">
                  <a:solidFill>
                    <a:srgbClr val="D8D8D8">
                      <a:alpha val="25098"/>
                    </a:srgbClr>
                  </a:solidFill>
                  <a:prstDash val="solid"/>
                  <a:miter lim="8000"/>
                  <a:headEnd len="sm" w="sm" type="none"/>
                  <a:tailEnd len="sm" w="sm" type="none"/>
                </a:ln>
              </p:spPr>
            </p:cxnSp>
          </p:grpSp>
          <p:cxnSp>
            <p:nvCxnSpPr>
              <p:cNvPr id="56" name="Google Shape;56;p1"/>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57" name="Google Shape;57;p1"/>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58" name="Google Shape;58;p1"/>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59" name="Google Shape;59;p1"/>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
                <a:headEnd len="sm" w="sm" type="none"/>
                <a:tailEnd len="sm" w="sm" type="none"/>
              </a:ln>
            </p:spPr>
          </p:cxnSp>
          <p:cxnSp>
            <p:nvCxnSpPr>
              <p:cNvPr id="60" name="Google Shape;60;p1"/>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
                <a:headEnd len="sm" w="sm" type="none"/>
                <a:tailEnd len="sm" w="sm" type="none"/>
              </a:ln>
            </p:spPr>
          </p:cxnSp>
        </p:grpSp>
      </p:grpSp>
      <p:sp>
        <p:nvSpPr>
          <p:cNvPr id="61" name="Google Shape;61;p1"/>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76E8B"/>
              </a:buClr>
              <a:buSzPts val="3200"/>
              <a:buFont typeface="Arial"/>
              <a:buNone/>
              <a:defRPr b="1" i="0" sz="3200" u="none" cap="none" strike="noStrike">
                <a:solidFill>
                  <a:srgbClr val="276E8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1"/>
          <p:cNvSpPr txBox="1"/>
          <p:nvPr>
            <p:ph idx="1" type="body"/>
          </p:nvPr>
        </p:nvSpPr>
        <p:spPr>
          <a:xfrm>
            <a:off x="1295400" y="1981201"/>
            <a:ext cx="9601200" cy="3809999"/>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rgbClr val="276E8B"/>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1200"/>
              </a:spcBef>
              <a:spcAft>
                <a:spcPts val="0"/>
              </a:spcAft>
              <a:buClr>
                <a:srgbClr val="276E8B"/>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00"/>
              </a:spcBef>
              <a:spcAft>
                <a:spcPts val="0"/>
              </a:spcAft>
              <a:buClr>
                <a:srgbClr val="276E8B"/>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800"/>
              </a:spcBef>
              <a:spcAft>
                <a:spcPts val="0"/>
              </a:spcAft>
              <a:buClr>
                <a:srgbClr val="276E8B"/>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rgbClr val="276E8B"/>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600"/>
              </a:spcBef>
              <a:spcAft>
                <a:spcPts val="0"/>
              </a:spcAft>
              <a:buClr>
                <a:srgbClr val="276E8B"/>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600"/>
              </a:spcBef>
              <a:spcAft>
                <a:spcPts val="0"/>
              </a:spcAft>
              <a:buClr>
                <a:srgbClr val="276E8B"/>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600"/>
              </a:spcBef>
              <a:spcAft>
                <a:spcPts val="0"/>
              </a:spcAft>
              <a:buClr>
                <a:srgbClr val="276E8B"/>
              </a:buClr>
              <a:buSzPts val="1400"/>
              <a:buFont typeface="Arial"/>
              <a:buChar char="▪"/>
              <a:defRPr b="0" i="0" sz="1400" u="none" cap="none" strike="noStrike">
                <a:solidFill>
                  <a:schemeClr val="dk1"/>
                </a:solidFill>
                <a:latin typeface="Arial"/>
                <a:ea typeface="Arial"/>
                <a:cs typeface="Arial"/>
                <a:sym typeface="Arial"/>
              </a:defRPr>
            </a:lvl8pPr>
            <a:lvl9pPr indent="-228600" lvl="8" marL="4114800" marR="0" rtl="0" algn="l">
              <a:lnSpc>
                <a:spcPct val="90000"/>
              </a:lnSpc>
              <a:spcBef>
                <a:spcPts val="600"/>
              </a:spcBef>
              <a:spcAft>
                <a:spcPts val="0"/>
              </a:spcAft>
              <a:buClr>
                <a:srgbClr val="276E8B"/>
              </a:buClr>
              <a:buSzPts val="1400"/>
              <a:buFont typeface="Arial"/>
              <a:buNone/>
              <a:defRPr b="0" i="0" sz="1400" u="none" cap="none" strike="noStrike">
                <a:solidFill>
                  <a:schemeClr val="dk1"/>
                </a:solidFill>
                <a:latin typeface="Arial"/>
                <a:ea typeface="Arial"/>
                <a:cs typeface="Arial"/>
                <a:sym typeface="Arial"/>
              </a:defRPr>
            </a:lvl9pPr>
          </a:lstStyle>
          <a:p/>
        </p:txBody>
      </p:sp>
      <p:cxnSp>
        <p:nvCxnSpPr>
          <p:cNvPr id="63" name="Google Shape;63;p1"/>
          <p:cNvCxnSpPr/>
          <p:nvPr/>
        </p:nvCxnSpPr>
        <p:spPr>
          <a:xfrm>
            <a:off x="609600" y="6172200"/>
            <a:ext cx="10972800" cy="0"/>
          </a:xfrm>
          <a:prstGeom prst="straightConnector1">
            <a:avLst/>
          </a:prstGeom>
          <a:noFill/>
          <a:ln cap="flat" cmpd="sng" w="12700">
            <a:solidFill>
              <a:srgbClr val="276E8B"/>
            </a:solidFill>
            <a:prstDash val="solid"/>
            <a:miter lim="8000"/>
            <a:headEnd len="sm" w="sm" type="none"/>
            <a:tailEnd len="sm" w="sm" type="none"/>
          </a:ln>
        </p:spPr>
      </p:cxnSp>
      <p:sp>
        <p:nvSpPr>
          <p:cNvPr id="64" name="Google Shape;64;p1"/>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5" name="Google Shape;65;p1"/>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6" name="Google Shape;66;p1"/>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191919"/>
                </a:solidFill>
                <a:latin typeface="Arial"/>
                <a:ea typeface="Arial"/>
                <a:cs typeface="Arial"/>
                <a:sym typeface="Arial"/>
              </a:defRPr>
            </a:lvl1pPr>
            <a:lvl2pPr indent="0" lvl="1" marL="0" marR="0" rtl="0" algn="r">
              <a:spcBef>
                <a:spcPts val="0"/>
              </a:spcBef>
              <a:buNone/>
              <a:defRPr b="0" i="0" sz="1100" u="none" cap="none" strike="noStrike">
                <a:solidFill>
                  <a:srgbClr val="191919"/>
                </a:solidFill>
                <a:latin typeface="Arial"/>
                <a:ea typeface="Arial"/>
                <a:cs typeface="Arial"/>
                <a:sym typeface="Arial"/>
              </a:defRPr>
            </a:lvl2pPr>
            <a:lvl3pPr indent="0" lvl="2" marL="0" marR="0" rtl="0" algn="r">
              <a:spcBef>
                <a:spcPts val="0"/>
              </a:spcBef>
              <a:buNone/>
              <a:defRPr b="0" i="0" sz="1100" u="none" cap="none" strike="noStrike">
                <a:solidFill>
                  <a:srgbClr val="191919"/>
                </a:solidFill>
                <a:latin typeface="Arial"/>
                <a:ea typeface="Arial"/>
                <a:cs typeface="Arial"/>
                <a:sym typeface="Arial"/>
              </a:defRPr>
            </a:lvl3pPr>
            <a:lvl4pPr indent="0" lvl="3" marL="0" marR="0" rtl="0" algn="r">
              <a:spcBef>
                <a:spcPts val="0"/>
              </a:spcBef>
              <a:buNone/>
              <a:defRPr b="0" i="0" sz="1100" u="none" cap="none" strike="noStrike">
                <a:solidFill>
                  <a:srgbClr val="191919"/>
                </a:solidFill>
                <a:latin typeface="Arial"/>
                <a:ea typeface="Arial"/>
                <a:cs typeface="Arial"/>
                <a:sym typeface="Arial"/>
              </a:defRPr>
            </a:lvl4pPr>
            <a:lvl5pPr indent="0" lvl="4" marL="0" marR="0" rtl="0" algn="r">
              <a:spcBef>
                <a:spcPts val="0"/>
              </a:spcBef>
              <a:buNone/>
              <a:defRPr b="0" i="0" sz="1100" u="none" cap="none" strike="noStrike">
                <a:solidFill>
                  <a:srgbClr val="191919"/>
                </a:solidFill>
                <a:latin typeface="Arial"/>
                <a:ea typeface="Arial"/>
                <a:cs typeface="Arial"/>
                <a:sym typeface="Arial"/>
              </a:defRPr>
            </a:lvl5pPr>
            <a:lvl6pPr indent="0" lvl="5" marL="0" marR="0" rtl="0" algn="r">
              <a:spcBef>
                <a:spcPts val="0"/>
              </a:spcBef>
              <a:buNone/>
              <a:defRPr b="0" i="0" sz="1100" u="none" cap="none" strike="noStrike">
                <a:solidFill>
                  <a:srgbClr val="191919"/>
                </a:solidFill>
                <a:latin typeface="Arial"/>
                <a:ea typeface="Arial"/>
                <a:cs typeface="Arial"/>
                <a:sym typeface="Arial"/>
              </a:defRPr>
            </a:lvl6pPr>
            <a:lvl7pPr indent="0" lvl="6" marL="0" marR="0" rtl="0" algn="r">
              <a:spcBef>
                <a:spcPts val="0"/>
              </a:spcBef>
              <a:buNone/>
              <a:defRPr b="0" i="0" sz="1100" u="none" cap="none" strike="noStrike">
                <a:solidFill>
                  <a:srgbClr val="191919"/>
                </a:solidFill>
                <a:latin typeface="Arial"/>
                <a:ea typeface="Arial"/>
                <a:cs typeface="Arial"/>
                <a:sym typeface="Arial"/>
              </a:defRPr>
            </a:lvl7pPr>
            <a:lvl8pPr indent="0" lvl="7" marL="0" marR="0" rtl="0" algn="r">
              <a:spcBef>
                <a:spcPts val="0"/>
              </a:spcBef>
              <a:buNone/>
              <a:defRPr b="0" i="0" sz="1100" u="none" cap="none" strike="noStrike">
                <a:solidFill>
                  <a:srgbClr val="191919"/>
                </a:solidFill>
                <a:latin typeface="Arial"/>
                <a:ea typeface="Arial"/>
                <a:cs typeface="Arial"/>
                <a:sym typeface="Arial"/>
              </a:defRPr>
            </a:lvl8pPr>
            <a:lvl9pPr indent="0" lvl="8" marL="0" marR="0" rtl="0" algn="r">
              <a:spcBef>
                <a:spcPts val="0"/>
              </a:spcBef>
              <a:buNone/>
              <a:defRPr b="0" i="0" sz="1100" u="none" cap="none" strike="noStrike">
                <a:solidFill>
                  <a:srgbClr val="19191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morse.withgoogle.com/learn/" TargetMode="External"/><Relationship Id="rId4" Type="http://schemas.openxmlformats.org/officeDocument/2006/relationships/hyperlink" Target="https://www.hackster.io/Mina_Schepmann/morse-code-decode-1b9f1d" TargetMode="External"/><Relationship Id="rId5" Type="http://schemas.openxmlformats.org/officeDocument/2006/relationships/hyperlink" Target="https://www.hackster.io/el52/engi-301-pocketbeagle-morse-code-transceiver-c5b2f4" TargetMode="External"/><Relationship Id="rId6" Type="http://schemas.openxmlformats.org/officeDocument/2006/relationships/hyperlink" Target="https://www.hackster.io/el52/engi-301-pocketbeagle-morse-code-transceiver-c5b2f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amazon.com/HiLetgo-Display-ILI9481-480X320-Mega2560/dp/B073R7Q8FF/ref=sr_1_4?crid=37XP1D7TL9JSS&amp;dib=eyJ2IjoiMSJ9.xDdrsP0m_FR8ur2Y4dCZScJWBuO7ecYGZpHMHy8bQ1gQn9hd4tSAojV0SImnpADCmV3yQCC2E9_iOIrR6sp-Zc09DQisivsq37msAlS64viLNBD6Ee3G6zJmHhgcOr0pmTnZ06lzg08VmYEzzdNwv9l8NBBBTfDJNRws7I5ETSqWnW017qPUbKWY8YjT9-d_TpEZUgQ5MgHrFUyEiYrIg5JO0Vd0ppu9NroJOsyYXKQ.IQrYZ03xiV0gpILkZ3nhba_nB_AkCUa6u4UrKCKXt_c&amp;dib_tag=se&amp;keywords=3.5%22+electrical+display+not+touchscreen&amp;qid=1791509142&amp;sprefix=3.5+electrical+display+not+touchscreen%2Caps%2C238&amp;sr=8-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3"/>
          <p:cNvSpPr txBox="1"/>
          <p:nvPr>
            <p:ph type="ctrTitle"/>
          </p:nvPr>
        </p:nvSpPr>
        <p:spPr>
          <a:xfrm>
            <a:off x="1293844" y="1909346"/>
            <a:ext cx="9907555" cy="3383280"/>
          </a:xfrm>
          <a:prstGeom prst="rect">
            <a:avLst/>
          </a:prstGeom>
          <a:noFill/>
          <a:ln>
            <a:noFill/>
          </a:ln>
        </p:spPr>
        <p:txBody>
          <a:bodyPr anchorCtr="0" anchor="b" bIns="45700" lIns="91425" spcFirstLastPara="1" rIns="91425" wrap="square" tIns="45700">
            <a:normAutofit/>
          </a:bodyPr>
          <a:lstStyle/>
          <a:p>
            <a:pPr indent="0" lvl="0" marL="0" rtl="0" algn="l">
              <a:lnSpc>
                <a:spcPct val="76000"/>
              </a:lnSpc>
              <a:spcBef>
                <a:spcPts val="0"/>
              </a:spcBef>
              <a:spcAft>
                <a:spcPts val="0"/>
              </a:spcAft>
              <a:buClr>
                <a:schemeClr val="dk1"/>
              </a:buClr>
              <a:buSzPts val="6000"/>
              <a:buFont typeface="Arial"/>
              <a:buNone/>
            </a:pPr>
            <a:r>
              <a:rPr lang="en-US" sz="6000"/>
              <a:t>EDES 301</a:t>
            </a:r>
            <a:br>
              <a:rPr lang="en-US" sz="6000"/>
            </a:br>
            <a:br>
              <a:rPr lang="en-US"/>
            </a:br>
            <a:r>
              <a:rPr lang="en-US" sz="6000"/>
              <a:t>Morse Code Trainer </a:t>
            </a:r>
            <a:r>
              <a:rPr lang="en-US" sz="6000"/>
              <a:t>Proposal</a:t>
            </a:r>
            <a:endParaRPr/>
          </a:p>
        </p:txBody>
      </p:sp>
      <p:sp>
        <p:nvSpPr>
          <p:cNvPr id="393" name="Google Shape;393;p13"/>
          <p:cNvSpPr txBox="1"/>
          <p:nvPr>
            <p:ph idx="1" type="subTitle"/>
          </p:nvPr>
        </p:nvSpPr>
        <p:spPr>
          <a:xfrm>
            <a:off x="1293845" y="5432564"/>
            <a:ext cx="9604310" cy="112063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t>October</a:t>
            </a:r>
            <a:r>
              <a:rPr lang="en-US"/>
              <a:t> 4th, 2026</a:t>
            </a:r>
            <a:endParaRPr/>
          </a:p>
          <a:p>
            <a:pPr indent="0" lvl="0" marL="0" rtl="0" algn="l">
              <a:lnSpc>
                <a:spcPct val="90000"/>
              </a:lnSpc>
              <a:spcBef>
                <a:spcPts val="0"/>
              </a:spcBef>
              <a:spcAft>
                <a:spcPts val="0"/>
              </a:spcAft>
              <a:buSzPts val="2000"/>
              <a:buNone/>
            </a:pPr>
            <a:r>
              <a:rPr lang="en-US"/>
              <a:t>Asher Yellen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4"/>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Background Information</a:t>
            </a:r>
            <a:endParaRPr/>
          </a:p>
        </p:txBody>
      </p:sp>
      <p:sp>
        <p:nvSpPr>
          <p:cNvPr id="399" name="Google Shape;399;p14"/>
          <p:cNvSpPr txBox="1"/>
          <p:nvPr>
            <p:ph idx="1" type="body"/>
          </p:nvPr>
        </p:nvSpPr>
        <p:spPr>
          <a:xfrm>
            <a:off x="609600" y="1295400"/>
            <a:ext cx="10972800" cy="4724400"/>
          </a:xfrm>
          <a:prstGeom prst="rect">
            <a:avLst/>
          </a:prstGeom>
          <a:noFill/>
          <a:ln>
            <a:noFill/>
          </a:ln>
        </p:spPr>
        <p:txBody>
          <a:bodyPr anchorCtr="0" anchor="t" bIns="45700" lIns="91425" spcFirstLastPara="1" rIns="91425" wrap="square" tIns="45700">
            <a:normAutofit/>
          </a:bodyPr>
          <a:lstStyle/>
          <a:p>
            <a:pPr indent="-228600" lvl="0" marL="228600" rtl="0" algn="l">
              <a:lnSpc>
                <a:spcPct val="115000"/>
              </a:lnSpc>
              <a:spcBef>
                <a:spcPts val="1000"/>
              </a:spcBef>
              <a:spcAft>
                <a:spcPts val="0"/>
              </a:spcAft>
              <a:buSzPts val="1800"/>
              <a:buChar char="▪"/>
            </a:pPr>
            <a:r>
              <a:rPr lang="en-US"/>
              <a:t>Overall, my project will be a way for people to learn and practice writing in Morse Code. It will </a:t>
            </a:r>
            <a:r>
              <a:rPr lang="en-US"/>
              <a:t>have</a:t>
            </a:r>
            <a:r>
              <a:rPr lang="en-US"/>
              <a:t> a training mode, teaching the user to write letters in Morse Code similar to </a:t>
            </a:r>
            <a:r>
              <a:rPr lang="en-US" u="sng">
                <a:solidFill>
                  <a:schemeClr val="hlink"/>
                </a:solidFill>
                <a:hlinkClick r:id="rId3"/>
              </a:rPr>
              <a:t>Google’s Hello Morse</a:t>
            </a:r>
            <a:r>
              <a:rPr lang="en-US"/>
              <a:t>, and then </a:t>
            </a:r>
            <a:r>
              <a:rPr lang="en-US"/>
              <a:t>have</a:t>
            </a:r>
            <a:r>
              <a:rPr lang="en-US"/>
              <a:t> a display mode, where the user can enter messages.</a:t>
            </a:r>
            <a:r>
              <a:rPr lang="en-US"/>
              <a:t> </a:t>
            </a:r>
            <a:endParaRPr/>
          </a:p>
          <a:p>
            <a:pPr indent="-228600" lvl="0" marL="228600" rtl="0" algn="l">
              <a:lnSpc>
                <a:spcPct val="115000"/>
              </a:lnSpc>
              <a:spcBef>
                <a:spcPts val="1000"/>
              </a:spcBef>
              <a:spcAft>
                <a:spcPts val="0"/>
              </a:spcAft>
              <a:buSzPts val="1800"/>
              <a:buChar char="▪"/>
            </a:pPr>
            <a:r>
              <a:rPr lang="en-US"/>
              <a:t>This is </a:t>
            </a:r>
            <a:r>
              <a:rPr lang="en-US"/>
              <a:t>slightly</a:t>
            </a:r>
            <a:r>
              <a:rPr lang="en-US"/>
              <a:t> inspired from two previous projects: </a:t>
            </a:r>
            <a:r>
              <a:rPr lang="en-US" u="sng">
                <a:solidFill>
                  <a:schemeClr val="hlink"/>
                </a:solidFill>
                <a:hlinkClick r:id="rId4"/>
              </a:rPr>
              <a:t>Morse Code Decoder</a:t>
            </a:r>
            <a:r>
              <a:rPr lang="en-US"/>
              <a:t> and </a:t>
            </a:r>
            <a:r>
              <a:rPr lang="en-US" u="sng">
                <a:solidFill>
                  <a:schemeClr val="hlink"/>
                </a:solidFill>
                <a:hlinkClick r:id="rId5"/>
              </a:rPr>
              <a:t>Morse Code </a:t>
            </a:r>
            <a:r>
              <a:rPr lang="en-US" u="sng">
                <a:solidFill>
                  <a:schemeClr val="hlink"/>
                </a:solidFill>
                <a:hlinkClick r:id="rId6"/>
              </a:rPr>
              <a:t>Transceiver</a:t>
            </a:r>
            <a:r>
              <a:rPr lang="en-US"/>
              <a:t>, but I plan to make a few improvements</a:t>
            </a:r>
            <a:endParaRPr/>
          </a:p>
          <a:p>
            <a:pPr indent="-182880" lvl="1" marL="457200" rtl="0" algn="l">
              <a:lnSpc>
                <a:spcPct val="115000"/>
              </a:lnSpc>
              <a:spcBef>
                <a:spcPts val="1000"/>
              </a:spcBef>
              <a:spcAft>
                <a:spcPts val="0"/>
              </a:spcAft>
              <a:buSzPts val="1800"/>
              <a:buChar char="▪"/>
            </a:pPr>
            <a:r>
              <a:rPr lang="en-US"/>
              <a:t>The decoder project didn’t actually seem to function, so I would like to make a functional prototype by the end of the course</a:t>
            </a:r>
            <a:endParaRPr/>
          </a:p>
          <a:p>
            <a:pPr indent="-182880" lvl="1" marL="457200" rtl="0" algn="l">
              <a:lnSpc>
                <a:spcPct val="115000"/>
              </a:lnSpc>
              <a:spcBef>
                <a:spcPts val="1000"/>
              </a:spcBef>
              <a:spcAft>
                <a:spcPts val="0"/>
              </a:spcAft>
              <a:buSzPts val="1800"/>
              <a:buChar char="▪"/>
            </a:pPr>
            <a:r>
              <a:rPr lang="en-US"/>
              <a:t>The transceiver project seems complex and not very intuitive, so I would like mine to be a bit simpler and easier to operate</a:t>
            </a:r>
            <a:endParaRPr/>
          </a:p>
          <a:p>
            <a:pPr indent="-182880" lvl="1" marL="457200" rtl="0" algn="l">
              <a:lnSpc>
                <a:spcPct val="115000"/>
              </a:lnSpc>
              <a:spcBef>
                <a:spcPts val="1000"/>
              </a:spcBef>
              <a:spcAft>
                <a:spcPts val="0"/>
              </a:spcAft>
              <a:buSzPts val="1800"/>
              <a:buChar char="▪"/>
            </a:pPr>
            <a:r>
              <a:rPr lang="en-US"/>
              <a:t>I would also like to improve the hardware, possibly using 3D printing to make the whole project look a bit nicer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5"/>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Background Information - Continued</a:t>
            </a:r>
            <a:endParaRPr/>
          </a:p>
        </p:txBody>
      </p:sp>
      <p:sp>
        <p:nvSpPr>
          <p:cNvPr id="405" name="Google Shape;405;p15"/>
          <p:cNvSpPr txBox="1"/>
          <p:nvPr>
            <p:ph idx="1" type="body"/>
          </p:nvPr>
        </p:nvSpPr>
        <p:spPr>
          <a:xfrm>
            <a:off x="609600" y="1295400"/>
            <a:ext cx="7541700" cy="47244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115000"/>
              </a:lnSpc>
              <a:spcBef>
                <a:spcPts val="1000"/>
              </a:spcBef>
              <a:spcAft>
                <a:spcPts val="0"/>
              </a:spcAft>
              <a:buSzPts val="1800"/>
              <a:buChar char="-"/>
            </a:pPr>
            <a:r>
              <a:rPr lang="en-US"/>
              <a:t>My project will have a few modes:</a:t>
            </a:r>
            <a:endParaRPr/>
          </a:p>
          <a:p>
            <a:pPr indent="-342900" lvl="1" marL="914400" rtl="0" algn="l">
              <a:lnSpc>
                <a:spcPct val="115000"/>
              </a:lnSpc>
              <a:spcBef>
                <a:spcPts val="0"/>
              </a:spcBef>
              <a:spcAft>
                <a:spcPts val="0"/>
              </a:spcAft>
              <a:buSzPts val="1800"/>
              <a:buChar char="-"/>
            </a:pPr>
            <a:r>
              <a:rPr lang="en-US"/>
              <a:t>Training: the corresponding image for a letter will appear, as shown in </a:t>
            </a:r>
            <a:r>
              <a:rPr lang="en-US"/>
              <a:t>the graphic on the right. The user will then have to enter the letter in morse code with the button input. Once they enter it correctly, it will move on to another letter</a:t>
            </a:r>
            <a:endParaRPr/>
          </a:p>
          <a:p>
            <a:pPr indent="-342900" lvl="1" marL="914400" rtl="0" algn="l">
              <a:lnSpc>
                <a:spcPct val="115000"/>
              </a:lnSpc>
              <a:spcBef>
                <a:spcPts val="0"/>
              </a:spcBef>
              <a:spcAft>
                <a:spcPts val="0"/>
              </a:spcAft>
              <a:buSzPts val="1800"/>
              <a:buChar char="-"/>
            </a:pPr>
            <a:r>
              <a:rPr lang="en-US"/>
              <a:t>Display: the user can write messages with morse code that will be shown on the display screen</a:t>
            </a:r>
            <a:endParaRPr/>
          </a:p>
          <a:p>
            <a:pPr indent="-342900" lvl="1" marL="914400" rtl="0" algn="l">
              <a:lnSpc>
                <a:spcPct val="115000"/>
              </a:lnSpc>
              <a:spcBef>
                <a:spcPts val="0"/>
              </a:spcBef>
              <a:spcAft>
                <a:spcPts val="0"/>
              </a:spcAft>
              <a:buSzPts val="1800"/>
              <a:buChar char="-"/>
            </a:pPr>
            <a:r>
              <a:rPr lang="en-US"/>
              <a:t>Game (possible): A letter will flash on the screen and the user has to type it in morse code. As they get more right, the time to enter the letter will reduce, making it harder. My focus is more on the first two modes, but this would be a nice extension. </a:t>
            </a:r>
            <a:endParaRPr/>
          </a:p>
          <a:p>
            <a:pPr indent="-342900" lvl="0" marL="457200" rtl="0" algn="l">
              <a:lnSpc>
                <a:spcPct val="115000"/>
              </a:lnSpc>
              <a:spcBef>
                <a:spcPts val="0"/>
              </a:spcBef>
              <a:spcAft>
                <a:spcPts val="0"/>
              </a:spcAft>
              <a:buSzPts val="1800"/>
              <a:buChar char="-"/>
            </a:pPr>
            <a:r>
              <a:rPr lang="en-US"/>
              <a:t>There will be one main button for morse code input, and a LED will light up as the button is pressed. There will be two other buttons to help with system navigation. There also may be a small piezobuzzer</a:t>
            </a:r>
            <a:endParaRPr/>
          </a:p>
        </p:txBody>
      </p:sp>
      <p:pic>
        <p:nvPicPr>
          <p:cNvPr descr="Hello Morse — Matthew Carey" id="406" name="Google Shape;406;p15"/>
          <p:cNvPicPr preferRelativeResize="0"/>
          <p:nvPr/>
        </p:nvPicPr>
        <p:blipFill>
          <a:blip r:embed="rId3">
            <a:alphaModFix/>
          </a:blip>
          <a:stretch>
            <a:fillRect/>
          </a:stretch>
        </p:blipFill>
        <p:spPr>
          <a:xfrm>
            <a:off x="8151300" y="288450"/>
            <a:ext cx="3860790" cy="57911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6"/>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System Block Diagram</a:t>
            </a:r>
            <a:endParaRPr/>
          </a:p>
        </p:txBody>
      </p:sp>
      <p:sp>
        <p:nvSpPr>
          <p:cNvPr id="412" name="Google Shape;412;p16"/>
          <p:cNvSpPr/>
          <p:nvPr/>
        </p:nvSpPr>
        <p:spPr>
          <a:xfrm>
            <a:off x="4490550" y="1818425"/>
            <a:ext cx="3210900" cy="3449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PocketBeagle</a:t>
            </a:r>
            <a:endParaRPr/>
          </a:p>
        </p:txBody>
      </p:sp>
      <p:sp>
        <p:nvSpPr>
          <p:cNvPr id="413" name="Google Shape;413;p16"/>
          <p:cNvSpPr/>
          <p:nvPr/>
        </p:nvSpPr>
        <p:spPr>
          <a:xfrm>
            <a:off x="2226900" y="1961025"/>
            <a:ext cx="1717500" cy="571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Button 1 </a:t>
            </a:r>
            <a:endParaRPr/>
          </a:p>
          <a:p>
            <a:pPr indent="0" lvl="0" marL="0" rtl="0" algn="ctr">
              <a:spcBef>
                <a:spcPts val="0"/>
              </a:spcBef>
              <a:spcAft>
                <a:spcPts val="0"/>
              </a:spcAft>
              <a:buNone/>
            </a:pPr>
            <a:r>
              <a:rPr lang="en-US"/>
              <a:t>(blue, main input)</a:t>
            </a:r>
            <a:endParaRPr/>
          </a:p>
        </p:txBody>
      </p:sp>
      <p:sp>
        <p:nvSpPr>
          <p:cNvPr id="414" name="Google Shape;414;p16"/>
          <p:cNvSpPr/>
          <p:nvPr/>
        </p:nvSpPr>
        <p:spPr>
          <a:xfrm>
            <a:off x="8362450" y="1946375"/>
            <a:ext cx="1361100" cy="31938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Display </a:t>
            </a:r>
            <a:r>
              <a:rPr lang="en-US"/>
              <a:t>Screen</a:t>
            </a:r>
            <a:endParaRPr/>
          </a:p>
          <a:p>
            <a:pPr indent="0" lvl="0" marL="0" rtl="0" algn="ctr">
              <a:spcBef>
                <a:spcPts val="0"/>
              </a:spcBef>
              <a:spcAft>
                <a:spcPts val="0"/>
              </a:spcAft>
              <a:buNone/>
            </a:pPr>
            <a:r>
              <a:t/>
            </a:r>
            <a:endParaRPr/>
          </a:p>
        </p:txBody>
      </p:sp>
      <p:sp>
        <p:nvSpPr>
          <p:cNvPr id="415" name="Google Shape;415;p16"/>
          <p:cNvSpPr/>
          <p:nvPr/>
        </p:nvSpPr>
        <p:spPr>
          <a:xfrm>
            <a:off x="2129400" y="2724200"/>
            <a:ext cx="1912500" cy="571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Button 2</a:t>
            </a:r>
            <a:endParaRPr/>
          </a:p>
          <a:p>
            <a:pPr indent="0" lvl="0" marL="0" rtl="0" algn="ctr">
              <a:spcBef>
                <a:spcPts val="0"/>
              </a:spcBef>
              <a:spcAft>
                <a:spcPts val="0"/>
              </a:spcAft>
              <a:buNone/>
            </a:pPr>
            <a:r>
              <a:rPr lang="en-US"/>
              <a:t>(green, mode select)</a:t>
            </a:r>
            <a:endParaRPr/>
          </a:p>
        </p:txBody>
      </p:sp>
      <p:sp>
        <p:nvSpPr>
          <p:cNvPr id="416" name="Google Shape;416;p16"/>
          <p:cNvSpPr/>
          <p:nvPr/>
        </p:nvSpPr>
        <p:spPr>
          <a:xfrm>
            <a:off x="2190850" y="3487375"/>
            <a:ext cx="1717500" cy="571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Button 3 </a:t>
            </a:r>
            <a:endParaRPr/>
          </a:p>
          <a:p>
            <a:pPr indent="0" lvl="0" marL="0" rtl="0" algn="ctr">
              <a:spcBef>
                <a:spcPts val="0"/>
              </a:spcBef>
              <a:spcAft>
                <a:spcPts val="0"/>
              </a:spcAft>
              <a:buNone/>
            </a:pPr>
            <a:r>
              <a:rPr lang="en-US"/>
              <a:t>(red, backspace)</a:t>
            </a:r>
            <a:endParaRPr/>
          </a:p>
        </p:txBody>
      </p:sp>
      <p:sp>
        <p:nvSpPr>
          <p:cNvPr id="417" name="Google Shape;417;p16"/>
          <p:cNvSpPr txBox="1"/>
          <p:nvPr/>
        </p:nvSpPr>
        <p:spPr>
          <a:xfrm>
            <a:off x="4628100" y="2105813"/>
            <a:ext cx="717000" cy="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P2_30</a:t>
            </a:r>
            <a:endParaRPr sz="1200">
              <a:solidFill>
                <a:schemeClr val="dk1"/>
              </a:solidFill>
            </a:endParaRPr>
          </a:p>
        </p:txBody>
      </p:sp>
      <p:sp>
        <p:nvSpPr>
          <p:cNvPr id="418" name="Google Shape;418;p16"/>
          <p:cNvSpPr txBox="1"/>
          <p:nvPr/>
        </p:nvSpPr>
        <p:spPr>
          <a:xfrm>
            <a:off x="4583350" y="2724200"/>
            <a:ext cx="717000" cy="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P2_32</a:t>
            </a:r>
            <a:endParaRPr sz="1200">
              <a:solidFill>
                <a:schemeClr val="dk1"/>
              </a:solidFill>
            </a:endParaRPr>
          </a:p>
        </p:txBody>
      </p:sp>
      <p:sp>
        <p:nvSpPr>
          <p:cNvPr id="419" name="Google Shape;419;p16"/>
          <p:cNvSpPr txBox="1"/>
          <p:nvPr/>
        </p:nvSpPr>
        <p:spPr>
          <a:xfrm>
            <a:off x="4628100" y="3342575"/>
            <a:ext cx="717000" cy="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P2_34</a:t>
            </a:r>
            <a:endParaRPr sz="1200">
              <a:solidFill>
                <a:schemeClr val="dk1"/>
              </a:solidFill>
            </a:endParaRPr>
          </a:p>
        </p:txBody>
      </p:sp>
      <p:cxnSp>
        <p:nvCxnSpPr>
          <p:cNvPr id="420" name="Google Shape;420;p16"/>
          <p:cNvCxnSpPr>
            <a:stCxn id="413" idx="3"/>
            <a:endCxn id="417" idx="1"/>
          </p:cNvCxnSpPr>
          <p:nvPr/>
        </p:nvCxnSpPr>
        <p:spPr>
          <a:xfrm>
            <a:off x="3944400" y="2246775"/>
            <a:ext cx="683700" cy="384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16"/>
          <p:cNvCxnSpPr>
            <a:stCxn id="415" idx="3"/>
            <a:endCxn id="418" idx="1"/>
          </p:cNvCxnSpPr>
          <p:nvPr/>
        </p:nvCxnSpPr>
        <p:spPr>
          <a:xfrm flipH="1" rot="10800000">
            <a:off x="4041900" y="2903450"/>
            <a:ext cx="541500" cy="1065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16"/>
          <p:cNvCxnSpPr>
            <a:stCxn id="416" idx="3"/>
            <a:endCxn id="419" idx="1"/>
          </p:cNvCxnSpPr>
          <p:nvPr/>
        </p:nvCxnSpPr>
        <p:spPr>
          <a:xfrm flipH="1" rot="10800000">
            <a:off x="3908350" y="3521725"/>
            <a:ext cx="719700" cy="2514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16"/>
          <p:cNvCxnSpPr>
            <a:stCxn id="424" idx="3"/>
            <a:endCxn id="414" idx="1"/>
          </p:cNvCxnSpPr>
          <p:nvPr/>
        </p:nvCxnSpPr>
        <p:spPr>
          <a:xfrm flipH="1" rot="10800000">
            <a:off x="7548250" y="3543275"/>
            <a:ext cx="814200" cy="9300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16"/>
          <p:cNvSpPr/>
          <p:nvPr/>
        </p:nvSpPr>
        <p:spPr>
          <a:xfrm>
            <a:off x="2661275" y="4307238"/>
            <a:ext cx="1043700" cy="321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LED</a:t>
            </a:r>
            <a:endParaRPr/>
          </a:p>
        </p:txBody>
      </p:sp>
      <p:sp>
        <p:nvSpPr>
          <p:cNvPr id="426" name="Google Shape;426;p16"/>
          <p:cNvSpPr/>
          <p:nvPr/>
        </p:nvSpPr>
        <p:spPr>
          <a:xfrm>
            <a:off x="2590025" y="4876904"/>
            <a:ext cx="1186200" cy="440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Piezobuzzer</a:t>
            </a:r>
            <a:endParaRPr/>
          </a:p>
        </p:txBody>
      </p:sp>
      <p:sp>
        <p:nvSpPr>
          <p:cNvPr id="427" name="Google Shape;427;p16"/>
          <p:cNvSpPr txBox="1"/>
          <p:nvPr/>
        </p:nvSpPr>
        <p:spPr>
          <a:xfrm>
            <a:off x="4583350" y="4143750"/>
            <a:ext cx="717000" cy="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P2_33</a:t>
            </a:r>
            <a:endParaRPr sz="1200">
              <a:solidFill>
                <a:schemeClr val="dk1"/>
              </a:solidFill>
            </a:endParaRPr>
          </a:p>
        </p:txBody>
      </p:sp>
      <p:sp>
        <p:nvSpPr>
          <p:cNvPr id="428" name="Google Shape;428;p16"/>
          <p:cNvSpPr txBox="1"/>
          <p:nvPr/>
        </p:nvSpPr>
        <p:spPr>
          <a:xfrm>
            <a:off x="4700125" y="4502250"/>
            <a:ext cx="717000" cy="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P2_02</a:t>
            </a:r>
            <a:endParaRPr sz="1200">
              <a:solidFill>
                <a:schemeClr val="dk1"/>
              </a:solidFill>
            </a:endParaRPr>
          </a:p>
        </p:txBody>
      </p:sp>
      <p:cxnSp>
        <p:nvCxnSpPr>
          <p:cNvPr id="429" name="Google Shape;429;p16"/>
          <p:cNvCxnSpPr>
            <a:stCxn id="425" idx="3"/>
          </p:cNvCxnSpPr>
          <p:nvPr/>
        </p:nvCxnSpPr>
        <p:spPr>
          <a:xfrm flipH="1" rot="10800000">
            <a:off x="3704975" y="4366188"/>
            <a:ext cx="971100" cy="101700"/>
          </a:xfrm>
          <a:prstGeom prst="straightConnector1">
            <a:avLst/>
          </a:prstGeom>
          <a:noFill/>
          <a:ln cap="flat" cmpd="sng" w="9525">
            <a:solidFill>
              <a:schemeClr val="dk2"/>
            </a:solidFill>
            <a:prstDash val="solid"/>
            <a:round/>
            <a:headEnd len="med" w="med" type="none"/>
            <a:tailEnd len="med" w="med" type="none"/>
          </a:ln>
        </p:spPr>
      </p:cxnSp>
      <p:cxnSp>
        <p:nvCxnSpPr>
          <p:cNvPr id="430" name="Google Shape;430;p16"/>
          <p:cNvCxnSpPr>
            <a:stCxn id="426" idx="3"/>
            <a:endCxn id="428" idx="1"/>
          </p:cNvCxnSpPr>
          <p:nvPr/>
        </p:nvCxnSpPr>
        <p:spPr>
          <a:xfrm flipH="1" rot="10800000">
            <a:off x="3776225" y="4681454"/>
            <a:ext cx="924000" cy="415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7"/>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Power Block Diagram</a:t>
            </a:r>
            <a:endParaRPr/>
          </a:p>
        </p:txBody>
      </p:sp>
      <p:sp>
        <p:nvSpPr>
          <p:cNvPr id="436" name="Google Shape;436;p17"/>
          <p:cNvSpPr/>
          <p:nvPr/>
        </p:nvSpPr>
        <p:spPr>
          <a:xfrm>
            <a:off x="4345075" y="1610625"/>
            <a:ext cx="3210900" cy="3449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PocketBeagle</a:t>
            </a:r>
            <a:endParaRPr/>
          </a:p>
        </p:txBody>
      </p:sp>
      <p:sp>
        <p:nvSpPr>
          <p:cNvPr id="437" name="Google Shape;437;p17"/>
          <p:cNvSpPr/>
          <p:nvPr/>
        </p:nvSpPr>
        <p:spPr>
          <a:xfrm>
            <a:off x="1416400" y="3049725"/>
            <a:ext cx="1717500" cy="571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USB from PC</a:t>
            </a:r>
            <a:endParaRPr/>
          </a:p>
        </p:txBody>
      </p:sp>
      <p:sp>
        <p:nvSpPr>
          <p:cNvPr id="438" name="Google Shape;438;p17"/>
          <p:cNvSpPr/>
          <p:nvPr/>
        </p:nvSpPr>
        <p:spPr>
          <a:xfrm>
            <a:off x="9074575" y="2610625"/>
            <a:ext cx="1717500" cy="1449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3 Buttons</a:t>
            </a:r>
            <a:endParaRPr/>
          </a:p>
          <a:p>
            <a:pPr indent="0" lvl="0" marL="0" rtl="0" algn="ctr">
              <a:spcBef>
                <a:spcPts val="0"/>
              </a:spcBef>
              <a:spcAft>
                <a:spcPts val="0"/>
              </a:spcAft>
              <a:buNone/>
            </a:pPr>
            <a:r>
              <a:rPr lang="en-US"/>
              <a:t>LED</a:t>
            </a:r>
            <a:endParaRPr/>
          </a:p>
          <a:p>
            <a:pPr indent="0" lvl="0" marL="0" rtl="0" algn="ctr">
              <a:spcBef>
                <a:spcPts val="0"/>
              </a:spcBef>
              <a:spcAft>
                <a:spcPts val="0"/>
              </a:spcAft>
              <a:buNone/>
            </a:pPr>
            <a:r>
              <a:rPr lang="en-US"/>
              <a:t>Piezobuzzer</a:t>
            </a:r>
            <a:endParaRPr/>
          </a:p>
          <a:p>
            <a:pPr indent="0" lvl="0" marL="0" rtl="0" algn="ctr">
              <a:spcBef>
                <a:spcPts val="0"/>
              </a:spcBef>
              <a:spcAft>
                <a:spcPts val="0"/>
              </a:spcAft>
              <a:buNone/>
            </a:pPr>
            <a:r>
              <a:rPr lang="en-US"/>
              <a:t>display</a:t>
            </a:r>
            <a:endParaRPr/>
          </a:p>
        </p:txBody>
      </p:sp>
      <p:cxnSp>
        <p:nvCxnSpPr>
          <p:cNvPr id="439" name="Google Shape;439;p17"/>
          <p:cNvCxnSpPr>
            <a:stCxn id="437" idx="3"/>
            <a:endCxn id="436" idx="1"/>
          </p:cNvCxnSpPr>
          <p:nvPr/>
        </p:nvCxnSpPr>
        <p:spPr>
          <a:xfrm>
            <a:off x="3133900" y="3335475"/>
            <a:ext cx="1211100" cy="0"/>
          </a:xfrm>
          <a:prstGeom prst="straightConnector1">
            <a:avLst/>
          </a:prstGeom>
          <a:noFill/>
          <a:ln cap="flat" cmpd="sng" w="9525">
            <a:solidFill>
              <a:schemeClr val="dk2"/>
            </a:solidFill>
            <a:prstDash val="solid"/>
            <a:round/>
            <a:headEnd len="med" w="med" type="none"/>
            <a:tailEnd len="med" w="med" type="stealth"/>
          </a:ln>
        </p:spPr>
      </p:cxnSp>
      <p:cxnSp>
        <p:nvCxnSpPr>
          <p:cNvPr id="440" name="Google Shape;440;p17"/>
          <p:cNvCxnSpPr>
            <a:stCxn id="436" idx="3"/>
            <a:endCxn id="438" idx="1"/>
          </p:cNvCxnSpPr>
          <p:nvPr/>
        </p:nvCxnSpPr>
        <p:spPr>
          <a:xfrm>
            <a:off x="7555975" y="3335475"/>
            <a:ext cx="15186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441" name="Google Shape;441;p17"/>
          <p:cNvSpPr txBox="1"/>
          <p:nvPr/>
        </p:nvSpPr>
        <p:spPr>
          <a:xfrm>
            <a:off x="3522550" y="2899075"/>
            <a:ext cx="6441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1"/>
                </a:solidFill>
              </a:rPr>
              <a:t>5V</a:t>
            </a:r>
            <a:endParaRPr sz="1500">
              <a:solidFill>
                <a:schemeClr val="dk1"/>
              </a:solidFill>
            </a:endParaRPr>
          </a:p>
        </p:txBody>
      </p:sp>
      <p:sp>
        <p:nvSpPr>
          <p:cNvPr id="442" name="Google Shape;442;p17"/>
          <p:cNvSpPr txBox="1"/>
          <p:nvPr/>
        </p:nvSpPr>
        <p:spPr>
          <a:xfrm>
            <a:off x="7993225" y="3621213"/>
            <a:ext cx="6441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1"/>
                </a:solidFill>
              </a:rPr>
              <a:t>3.3V</a:t>
            </a:r>
            <a:endParaRPr sz="15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18"/>
          <p:cNvSpPr txBox="1"/>
          <p:nvPr>
            <p:ph type="title"/>
          </p:nvPr>
        </p:nvSpPr>
        <p:spPr>
          <a:xfrm>
            <a:off x="63225" y="0"/>
            <a:ext cx="7403400" cy="56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Software Framework - block diagram</a:t>
            </a:r>
            <a:endParaRPr/>
          </a:p>
        </p:txBody>
      </p:sp>
      <p:sp>
        <p:nvSpPr>
          <p:cNvPr id="448" name="Google Shape;448;p18"/>
          <p:cNvSpPr/>
          <p:nvPr/>
        </p:nvSpPr>
        <p:spPr>
          <a:xfrm>
            <a:off x="1637450" y="1252025"/>
            <a:ext cx="21801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Start Screen</a:t>
            </a:r>
            <a:endParaRPr/>
          </a:p>
        </p:txBody>
      </p:sp>
      <p:sp>
        <p:nvSpPr>
          <p:cNvPr id="449" name="Google Shape;449;p18"/>
          <p:cNvSpPr/>
          <p:nvPr/>
        </p:nvSpPr>
        <p:spPr>
          <a:xfrm>
            <a:off x="2922375" y="2337600"/>
            <a:ext cx="1794000" cy="5676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Green Button (training mode)</a:t>
            </a:r>
            <a:endParaRPr/>
          </a:p>
        </p:txBody>
      </p:sp>
      <p:sp>
        <p:nvSpPr>
          <p:cNvPr id="450" name="Google Shape;450;p18"/>
          <p:cNvSpPr/>
          <p:nvPr/>
        </p:nvSpPr>
        <p:spPr>
          <a:xfrm>
            <a:off x="403100" y="2337725"/>
            <a:ext cx="1794000" cy="5676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Red Button (typing mode)</a:t>
            </a:r>
            <a:endParaRPr/>
          </a:p>
        </p:txBody>
      </p:sp>
      <p:cxnSp>
        <p:nvCxnSpPr>
          <p:cNvPr id="451" name="Google Shape;451;p18"/>
          <p:cNvCxnSpPr>
            <a:stCxn id="448" idx="2"/>
            <a:endCxn id="449" idx="0"/>
          </p:cNvCxnSpPr>
          <p:nvPr/>
        </p:nvCxnSpPr>
        <p:spPr>
          <a:xfrm>
            <a:off x="2727500" y="1876625"/>
            <a:ext cx="1092000" cy="461100"/>
          </a:xfrm>
          <a:prstGeom prst="straightConnector1">
            <a:avLst/>
          </a:prstGeom>
          <a:noFill/>
          <a:ln cap="flat" cmpd="sng" w="9525">
            <a:solidFill>
              <a:schemeClr val="dk2"/>
            </a:solidFill>
            <a:prstDash val="solid"/>
            <a:round/>
            <a:headEnd len="med" w="med" type="none"/>
            <a:tailEnd len="med" w="med" type="triangle"/>
          </a:ln>
        </p:spPr>
      </p:cxnSp>
      <p:cxnSp>
        <p:nvCxnSpPr>
          <p:cNvPr id="452" name="Google Shape;452;p18"/>
          <p:cNvCxnSpPr>
            <a:stCxn id="448" idx="2"/>
            <a:endCxn id="450" idx="0"/>
          </p:cNvCxnSpPr>
          <p:nvPr/>
        </p:nvCxnSpPr>
        <p:spPr>
          <a:xfrm flipH="1">
            <a:off x="1300100" y="1876625"/>
            <a:ext cx="1427400" cy="461100"/>
          </a:xfrm>
          <a:prstGeom prst="straightConnector1">
            <a:avLst/>
          </a:prstGeom>
          <a:noFill/>
          <a:ln cap="flat" cmpd="sng" w="9525">
            <a:solidFill>
              <a:schemeClr val="dk2"/>
            </a:solidFill>
            <a:prstDash val="solid"/>
            <a:round/>
            <a:headEnd len="med" w="med" type="none"/>
            <a:tailEnd len="med" w="med" type="triangle"/>
          </a:ln>
        </p:spPr>
      </p:cxnSp>
      <p:sp>
        <p:nvSpPr>
          <p:cNvPr id="453" name="Google Shape;453;p18"/>
          <p:cNvSpPr/>
          <p:nvPr/>
        </p:nvSpPr>
        <p:spPr>
          <a:xfrm>
            <a:off x="2922375" y="3299950"/>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Instructions / explanation screen</a:t>
            </a:r>
            <a:endParaRPr/>
          </a:p>
        </p:txBody>
      </p:sp>
      <p:cxnSp>
        <p:nvCxnSpPr>
          <p:cNvPr id="454" name="Google Shape;454;p18"/>
          <p:cNvCxnSpPr>
            <a:stCxn id="449" idx="2"/>
            <a:endCxn id="453" idx="0"/>
          </p:cNvCxnSpPr>
          <p:nvPr/>
        </p:nvCxnSpPr>
        <p:spPr>
          <a:xfrm>
            <a:off x="3819375" y="2905200"/>
            <a:ext cx="0" cy="394800"/>
          </a:xfrm>
          <a:prstGeom prst="straightConnector1">
            <a:avLst/>
          </a:prstGeom>
          <a:noFill/>
          <a:ln cap="flat" cmpd="sng" w="9525">
            <a:solidFill>
              <a:schemeClr val="dk2"/>
            </a:solidFill>
            <a:prstDash val="solid"/>
            <a:round/>
            <a:headEnd len="med" w="med" type="none"/>
            <a:tailEnd len="med" w="med" type="triangle"/>
          </a:ln>
        </p:spPr>
      </p:cxnSp>
      <p:sp>
        <p:nvSpPr>
          <p:cNvPr id="455" name="Google Shape;455;p18"/>
          <p:cNvSpPr/>
          <p:nvPr/>
        </p:nvSpPr>
        <p:spPr>
          <a:xfrm>
            <a:off x="2922375" y="4319300"/>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Trains all letters</a:t>
            </a:r>
            <a:endParaRPr/>
          </a:p>
        </p:txBody>
      </p:sp>
      <p:cxnSp>
        <p:nvCxnSpPr>
          <p:cNvPr id="456" name="Google Shape;456;p18"/>
          <p:cNvCxnSpPr>
            <a:stCxn id="453" idx="2"/>
            <a:endCxn id="455" idx="0"/>
          </p:cNvCxnSpPr>
          <p:nvPr/>
        </p:nvCxnSpPr>
        <p:spPr>
          <a:xfrm>
            <a:off x="3819375" y="3924550"/>
            <a:ext cx="0" cy="394800"/>
          </a:xfrm>
          <a:prstGeom prst="straightConnector1">
            <a:avLst/>
          </a:prstGeom>
          <a:noFill/>
          <a:ln cap="flat" cmpd="sng" w="9525">
            <a:solidFill>
              <a:schemeClr val="dk2"/>
            </a:solidFill>
            <a:prstDash val="solid"/>
            <a:round/>
            <a:headEnd len="med" w="med" type="none"/>
            <a:tailEnd len="med" w="med" type="triangle"/>
          </a:ln>
        </p:spPr>
      </p:cxnSp>
      <p:sp>
        <p:nvSpPr>
          <p:cNvPr id="457" name="Google Shape;457;p18"/>
          <p:cNvSpPr/>
          <p:nvPr/>
        </p:nvSpPr>
        <p:spPr>
          <a:xfrm>
            <a:off x="2922375" y="5290800"/>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Congrats screen</a:t>
            </a:r>
            <a:endParaRPr/>
          </a:p>
        </p:txBody>
      </p:sp>
      <p:cxnSp>
        <p:nvCxnSpPr>
          <p:cNvPr id="458" name="Google Shape;458;p18"/>
          <p:cNvCxnSpPr>
            <a:stCxn id="455" idx="2"/>
            <a:endCxn id="457" idx="0"/>
          </p:cNvCxnSpPr>
          <p:nvPr/>
        </p:nvCxnSpPr>
        <p:spPr>
          <a:xfrm>
            <a:off x="3819375" y="4943900"/>
            <a:ext cx="0" cy="346800"/>
          </a:xfrm>
          <a:prstGeom prst="straightConnector1">
            <a:avLst/>
          </a:prstGeom>
          <a:noFill/>
          <a:ln cap="flat" cmpd="sng" w="9525">
            <a:solidFill>
              <a:schemeClr val="dk2"/>
            </a:solidFill>
            <a:prstDash val="solid"/>
            <a:round/>
            <a:headEnd len="med" w="med" type="none"/>
            <a:tailEnd len="med" w="med" type="triangle"/>
          </a:ln>
        </p:spPr>
      </p:cxnSp>
      <p:cxnSp>
        <p:nvCxnSpPr>
          <p:cNvPr id="459" name="Google Shape;459;p18"/>
          <p:cNvCxnSpPr>
            <a:stCxn id="457" idx="3"/>
            <a:endCxn id="448" idx="3"/>
          </p:cNvCxnSpPr>
          <p:nvPr/>
        </p:nvCxnSpPr>
        <p:spPr>
          <a:xfrm rot="10800000">
            <a:off x="3817575" y="1564200"/>
            <a:ext cx="898800" cy="4038900"/>
          </a:xfrm>
          <a:prstGeom prst="bentConnector3">
            <a:avLst>
              <a:gd fmla="val -58105" name="adj1"/>
            </a:avLst>
          </a:prstGeom>
          <a:noFill/>
          <a:ln cap="flat" cmpd="sng" w="9525">
            <a:solidFill>
              <a:schemeClr val="dk2"/>
            </a:solidFill>
            <a:prstDash val="solid"/>
            <a:round/>
            <a:headEnd len="med" w="med" type="none"/>
            <a:tailEnd len="med" w="med" type="stealth"/>
          </a:ln>
        </p:spPr>
      </p:cxnSp>
      <p:sp>
        <p:nvSpPr>
          <p:cNvPr id="460" name="Google Shape;460;p18"/>
          <p:cNvSpPr/>
          <p:nvPr/>
        </p:nvSpPr>
        <p:spPr>
          <a:xfrm>
            <a:off x="7854575" y="358000"/>
            <a:ext cx="24774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Displays graphic for letter (from chart) on screen, flashes on LED and buzzes 2x</a:t>
            </a:r>
            <a:endParaRPr sz="1200"/>
          </a:p>
        </p:txBody>
      </p:sp>
      <p:cxnSp>
        <p:nvCxnSpPr>
          <p:cNvPr id="461" name="Google Shape;461;p18"/>
          <p:cNvCxnSpPr>
            <a:stCxn id="460" idx="2"/>
            <a:endCxn id="462" idx="0"/>
          </p:cNvCxnSpPr>
          <p:nvPr/>
        </p:nvCxnSpPr>
        <p:spPr>
          <a:xfrm>
            <a:off x="9093275" y="982600"/>
            <a:ext cx="0" cy="358800"/>
          </a:xfrm>
          <a:prstGeom prst="straightConnector1">
            <a:avLst/>
          </a:prstGeom>
          <a:noFill/>
          <a:ln cap="flat" cmpd="sng" w="9525">
            <a:solidFill>
              <a:schemeClr val="dk2"/>
            </a:solidFill>
            <a:prstDash val="solid"/>
            <a:round/>
            <a:headEnd len="med" w="med" type="none"/>
            <a:tailEnd len="med" w="med" type="triangle"/>
          </a:ln>
        </p:spPr>
      </p:cxnSp>
      <p:sp>
        <p:nvSpPr>
          <p:cNvPr id="462" name="Google Shape;462;p18"/>
          <p:cNvSpPr/>
          <p:nvPr/>
        </p:nvSpPr>
        <p:spPr>
          <a:xfrm>
            <a:off x="8196200" y="1341275"/>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Prompts user input on screen</a:t>
            </a:r>
            <a:endParaRPr/>
          </a:p>
        </p:txBody>
      </p:sp>
      <p:sp>
        <p:nvSpPr>
          <p:cNvPr id="463" name="Google Shape;463;p18"/>
          <p:cNvSpPr/>
          <p:nvPr/>
        </p:nvSpPr>
        <p:spPr>
          <a:xfrm>
            <a:off x="8196200" y="2324550"/>
            <a:ext cx="1794000" cy="5676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User inputs letter with blue button. LED and buzzer match input</a:t>
            </a:r>
            <a:endParaRPr sz="1200"/>
          </a:p>
        </p:txBody>
      </p:sp>
      <p:sp>
        <p:nvSpPr>
          <p:cNvPr id="464" name="Google Shape;464;p18"/>
          <p:cNvSpPr/>
          <p:nvPr/>
        </p:nvSpPr>
        <p:spPr>
          <a:xfrm>
            <a:off x="8196200" y="3250825"/>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Check letter match</a:t>
            </a:r>
            <a:endParaRPr/>
          </a:p>
        </p:txBody>
      </p:sp>
      <p:sp>
        <p:nvSpPr>
          <p:cNvPr id="465" name="Google Shape;465;p18"/>
          <p:cNvSpPr/>
          <p:nvPr/>
        </p:nvSpPr>
        <p:spPr>
          <a:xfrm>
            <a:off x="7466625" y="4631600"/>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Display “try again” message, restart</a:t>
            </a:r>
            <a:endParaRPr/>
          </a:p>
        </p:txBody>
      </p:sp>
      <p:cxnSp>
        <p:nvCxnSpPr>
          <p:cNvPr id="466" name="Google Shape;466;p18"/>
          <p:cNvCxnSpPr>
            <a:stCxn id="462" idx="2"/>
            <a:endCxn id="463" idx="0"/>
          </p:cNvCxnSpPr>
          <p:nvPr/>
        </p:nvCxnSpPr>
        <p:spPr>
          <a:xfrm>
            <a:off x="9093200" y="1965875"/>
            <a:ext cx="0" cy="358800"/>
          </a:xfrm>
          <a:prstGeom prst="straightConnector1">
            <a:avLst/>
          </a:prstGeom>
          <a:noFill/>
          <a:ln cap="flat" cmpd="sng" w="9525">
            <a:solidFill>
              <a:schemeClr val="dk2"/>
            </a:solidFill>
            <a:prstDash val="solid"/>
            <a:round/>
            <a:headEnd len="med" w="med" type="none"/>
            <a:tailEnd len="med" w="med" type="triangle"/>
          </a:ln>
        </p:spPr>
      </p:cxnSp>
      <p:cxnSp>
        <p:nvCxnSpPr>
          <p:cNvPr id="467" name="Google Shape;467;p18"/>
          <p:cNvCxnSpPr>
            <a:stCxn id="463" idx="2"/>
            <a:endCxn id="464" idx="0"/>
          </p:cNvCxnSpPr>
          <p:nvPr/>
        </p:nvCxnSpPr>
        <p:spPr>
          <a:xfrm>
            <a:off x="9093200" y="2892150"/>
            <a:ext cx="0" cy="358800"/>
          </a:xfrm>
          <a:prstGeom prst="straightConnector1">
            <a:avLst/>
          </a:prstGeom>
          <a:noFill/>
          <a:ln cap="flat" cmpd="sng" w="9525">
            <a:solidFill>
              <a:schemeClr val="dk2"/>
            </a:solidFill>
            <a:prstDash val="solid"/>
            <a:round/>
            <a:headEnd len="med" w="med" type="none"/>
            <a:tailEnd len="med" w="med" type="triangle"/>
          </a:ln>
        </p:spPr>
      </p:cxnSp>
      <p:cxnSp>
        <p:nvCxnSpPr>
          <p:cNvPr id="468" name="Google Shape;468;p18"/>
          <p:cNvCxnSpPr>
            <a:stCxn id="464" idx="2"/>
            <a:endCxn id="465" idx="0"/>
          </p:cNvCxnSpPr>
          <p:nvPr/>
        </p:nvCxnSpPr>
        <p:spPr>
          <a:xfrm flipH="1">
            <a:off x="8363600" y="3875425"/>
            <a:ext cx="729600" cy="756300"/>
          </a:xfrm>
          <a:prstGeom prst="straightConnector1">
            <a:avLst/>
          </a:prstGeom>
          <a:noFill/>
          <a:ln cap="flat" cmpd="sng" w="9525">
            <a:solidFill>
              <a:schemeClr val="dk2"/>
            </a:solidFill>
            <a:prstDash val="solid"/>
            <a:round/>
            <a:headEnd len="med" w="med" type="none"/>
            <a:tailEnd len="med" w="med" type="triangle"/>
          </a:ln>
        </p:spPr>
      </p:cxnSp>
      <p:sp>
        <p:nvSpPr>
          <p:cNvPr id="469" name="Google Shape;469;p18"/>
          <p:cNvSpPr txBox="1"/>
          <p:nvPr/>
        </p:nvSpPr>
        <p:spPr>
          <a:xfrm>
            <a:off x="7466625" y="3965950"/>
            <a:ext cx="128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Match = false</a:t>
            </a:r>
            <a:endParaRPr>
              <a:solidFill>
                <a:schemeClr val="dk1"/>
              </a:solidFill>
            </a:endParaRPr>
          </a:p>
        </p:txBody>
      </p:sp>
      <p:cxnSp>
        <p:nvCxnSpPr>
          <p:cNvPr id="470" name="Google Shape;470;p18"/>
          <p:cNvCxnSpPr>
            <a:stCxn id="465" idx="1"/>
            <a:endCxn id="460" idx="1"/>
          </p:cNvCxnSpPr>
          <p:nvPr/>
        </p:nvCxnSpPr>
        <p:spPr>
          <a:xfrm flipH="1" rot="10800000">
            <a:off x="7466625" y="670400"/>
            <a:ext cx="387900" cy="4273500"/>
          </a:xfrm>
          <a:prstGeom prst="bentConnector3">
            <a:avLst>
              <a:gd fmla="val -61388" name="adj1"/>
            </a:avLst>
          </a:prstGeom>
          <a:noFill/>
          <a:ln cap="flat" cmpd="sng" w="9525">
            <a:solidFill>
              <a:schemeClr val="dk2"/>
            </a:solidFill>
            <a:prstDash val="solid"/>
            <a:round/>
            <a:headEnd len="med" w="med" type="none"/>
            <a:tailEnd len="med" w="med" type="stealth"/>
          </a:ln>
        </p:spPr>
      </p:cxnSp>
      <p:sp>
        <p:nvSpPr>
          <p:cNvPr id="471" name="Google Shape;471;p18"/>
          <p:cNvSpPr txBox="1"/>
          <p:nvPr/>
        </p:nvSpPr>
        <p:spPr>
          <a:xfrm>
            <a:off x="9990300" y="3965950"/>
            <a:ext cx="128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Match = true</a:t>
            </a:r>
            <a:endParaRPr>
              <a:solidFill>
                <a:schemeClr val="dk1"/>
              </a:solidFill>
            </a:endParaRPr>
          </a:p>
        </p:txBody>
      </p:sp>
      <p:sp>
        <p:nvSpPr>
          <p:cNvPr id="472" name="Google Shape;472;p18"/>
          <p:cNvSpPr/>
          <p:nvPr/>
        </p:nvSpPr>
        <p:spPr>
          <a:xfrm>
            <a:off x="9543900" y="4631575"/>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Display “nice job” message, goes to next letter</a:t>
            </a:r>
            <a:endParaRPr/>
          </a:p>
        </p:txBody>
      </p:sp>
      <p:cxnSp>
        <p:nvCxnSpPr>
          <p:cNvPr id="473" name="Google Shape;473;p18"/>
          <p:cNvCxnSpPr>
            <a:stCxn id="472" idx="3"/>
            <a:endCxn id="460" idx="3"/>
          </p:cNvCxnSpPr>
          <p:nvPr/>
        </p:nvCxnSpPr>
        <p:spPr>
          <a:xfrm rot="10800000">
            <a:off x="10332000" y="670375"/>
            <a:ext cx="1005900" cy="4273500"/>
          </a:xfrm>
          <a:prstGeom prst="bentConnector3">
            <a:avLst>
              <a:gd fmla="val -23673" name="adj1"/>
            </a:avLst>
          </a:prstGeom>
          <a:noFill/>
          <a:ln cap="flat" cmpd="sng" w="9525">
            <a:solidFill>
              <a:schemeClr val="dk2"/>
            </a:solidFill>
            <a:prstDash val="solid"/>
            <a:round/>
            <a:headEnd len="med" w="med" type="none"/>
            <a:tailEnd len="med" w="med" type="stealth"/>
          </a:ln>
        </p:spPr>
      </p:cxnSp>
      <p:cxnSp>
        <p:nvCxnSpPr>
          <p:cNvPr id="474" name="Google Shape;474;p18"/>
          <p:cNvCxnSpPr>
            <a:stCxn id="464" idx="2"/>
            <a:endCxn id="472" idx="0"/>
          </p:cNvCxnSpPr>
          <p:nvPr/>
        </p:nvCxnSpPr>
        <p:spPr>
          <a:xfrm>
            <a:off x="9093200" y="3875425"/>
            <a:ext cx="1347600" cy="756300"/>
          </a:xfrm>
          <a:prstGeom prst="straightConnector1">
            <a:avLst/>
          </a:prstGeom>
          <a:noFill/>
          <a:ln cap="flat" cmpd="sng" w="9525">
            <a:solidFill>
              <a:schemeClr val="dk2"/>
            </a:solidFill>
            <a:prstDash val="solid"/>
            <a:round/>
            <a:headEnd len="med" w="med" type="none"/>
            <a:tailEnd len="med" w="med" type="triangle"/>
          </a:ln>
        </p:spPr>
      </p:cxnSp>
      <p:sp>
        <p:nvSpPr>
          <p:cNvPr id="475" name="Google Shape;475;p18"/>
          <p:cNvSpPr/>
          <p:nvPr/>
        </p:nvSpPr>
        <p:spPr>
          <a:xfrm>
            <a:off x="403100" y="3299950"/>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Instructions / explanation screen</a:t>
            </a:r>
            <a:endParaRPr/>
          </a:p>
        </p:txBody>
      </p:sp>
      <p:sp>
        <p:nvSpPr>
          <p:cNvPr id="476" name="Google Shape;476;p18"/>
          <p:cNvSpPr/>
          <p:nvPr/>
        </p:nvSpPr>
        <p:spPr>
          <a:xfrm>
            <a:off x="258175" y="4256800"/>
            <a:ext cx="2083800" cy="8082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User inputs </a:t>
            </a:r>
            <a:r>
              <a:rPr lang="en-US" sz="1200"/>
              <a:t>with</a:t>
            </a:r>
            <a:r>
              <a:rPr lang="en-US" sz="1200"/>
              <a:t> blue button, deletes </a:t>
            </a:r>
            <a:r>
              <a:rPr lang="en-US" sz="1200"/>
              <a:t>with</a:t>
            </a:r>
            <a:r>
              <a:rPr lang="en-US" sz="1200"/>
              <a:t> red, completes </a:t>
            </a:r>
            <a:r>
              <a:rPr lang="en-US" sz="1200"/>
              <a:t>with</a:t>
            </a:r>
            <a:r>
              <a:rPr lang="en-US" sz="1200"/>
              <a:t> green. LED and buzzer match input</a:t>
            </a:r>
            <a:endParaRPr sz="1200"/>
          </a:p>
        </p:txBody>
      </p:sp>
      <p:sp>
        <p:nvSpPr>
          <p:cNvPr id="477" name="Google Shape;477;p18"/>
          <p:cNvSpPr/>
          <p:nvPr/>
        </p:nvSpPr>
        <p:spPr>
          <a:xfrm>
            <a:off x="403100" y="5290800"/>
            <a:ext cx="1794000" cy="62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Message displayed</a:t>
            </a:r>
            <a:endParaRPr/>
          </a:p>
        </p:txBody>
      </p:sp>
      <p:cxnSp>
        <p:nvCxnSpPr>
          <p:cNvPr id="478" name="Google Shape;478;p18"/>
          <p:cNvCxnSpPr>
            <a:stCxn id="450" idx="2"/>
            <a:endCxn id="475" idx="0"/>
          </p:cNvCxnSpPr>
          <p:nvPr/>
        </p:nvCxnSpPr>
        <p:spPr>
          <a:xfrm>
            <a:off x="1300100" y="2905325"/>
            <a:ext cx="0" cy="394500"/>
          </a:xfrm>
          <a:prstGeom prst="straightConnector1">
            <a:avLst/>
          </a:prstGeom>
          <a:noFill/>
          <a:ln cap="flat" cmpd="sng" w="9525">
            <a:solidFill>
              <a:schemeClr val="dk2"/>
            </a:solidFill>
            <a:prstDash val="solid"/>
            <a:round/>
            <a:headEnd len="med" w="med" type="none"/>
            <a:tailEnd len="med" w="med" type="triangle"/>
          </a:ln>
        </p:spPr>
      </p:cxnSp>
      <p:cxnSp>
        <p:nvCxnSpPr>
          <p:cNvPr id="479" name="Google Shape;479;p18"/>
          <p:cNvCxnSpPr>
            <a:stCxn id="475" idx="2"/>
            <a:endCxn id="476" idx="0"/>
          </p:cNvCxnSpPr>
          <p:nvPr/>
        </p:nvCxnSpPr>
        <p:spPr>
          <a:xfrm>
            <a:off x="1300100" y="3924550"/>
            <a:ext cx="0" cy="332400"/>
          </a:xfrm>
          <a:prstGeom prst="straightConnector1">
            <a:avLst/>
          </a:prstGeom>
          <a:noFill/>
          <a:ln cap="flat" cmpd="sng" w="9525">
            <a:solidFill>
              <a:schemeClr val="dk2"/>
            </a:solidFill>
            <a:prstDash val="solid"/>
            <a:round/>
            <a:headEnd len="med" w="med" type="none"/>
            <a:tailEnd len="med" w="med" type="triangle"/>
          </a:ln>
        </p:spPr>
      </p:cxnSp>
      <p:cxnSp>
        <p:nvCxnSpPr>
          <p:cNvPr id="480" name="Google Shape;480;p18"/>
          <p:cNvCxnSpPr>
            <a:stCxn id="476" idx="2"/>
            <a:endCxn id="477" idx="0"/>
          </p:cNvCxnSpPr>
          <p:nvPr/>
        </p:nvCxnSpPr>
        <p:spPr>
          <a:xfrm>
            <a:off x="1300075" y="5065000"/>
            <a:ext cx="0" cy="225900"/>
          </a:xfrm>
          <a:prstGeom prst="straightConnector1">
            <a:avLst/>
          </a:prstGeom>
          <a:noFill/>
          <a:ln cap="flat" cmpd="sng" w="9525">
            <a:solidFill>
              <a:schemeClr val="dk2"/>
            </a:solidFill>
            <a:prstDash val="solid"/>
            <a:round/>
            <a:headEnd len="med" w="med" type="none"/>
            <a:tailEnd len="med" w="med" type="triangle"/>
          </a:ln>
        </p:spPr>
      </p:cxnSp>
      <p:cxnSp>
        <p:nvCxnSpPr>
          <p:cNvPr id="481" name="Google Shape;481;p18"/>
          <p:cNvCxnSpPr>
            <a:stCxn id="477" idx="1"/>
            <a:endCxn id="448" idx="1"/>
          </p:cNvCxnSpPr>
          <p:nvPr/>
        </p:nvCxnSpPr>
        <p:spPr>
          <a:xfrm flipH="1" rot="10800000">
            <a:off x="403100" y="1564200"/>
            <a:ext cx="1234500" cy="4038900"/>
          </a:xfrm>
          <a:prstGeom prst="bentConnector3">
            <a:avLst>
              <a:gd fmla="val -19289" name="adj1"/>
            </a:avLst>
          </a:prstGeom>
          <a:noFill/>
          <a:ln cap="flat" cmpd="sng" w="9525">
            <a:solidFill>
              <a:schemeClr val="dk2"/>
            </a:solidFill>
            <a:prstDash val="solid"/>
            <a:round/>
            <a:headEnd len="med" w="med" type="none"/>
            <a:tailEnd len="med" w="med" type="stealth"/>
          </a:ln>
        </p:spPr>
      </p:cxnSp>
      <p:sp>
        <p:nvSpPr>
          <p:cNvPr id="482" name="Google Shape;482;p18"/>
          <p:cNvSpPr/>
          <p:nvPr/>
        </p:nvSpPr>
        <p:spPr>
          <a:xfrm>
            <a:off x="5991882" y="504275"/>
            <a:ext cx="1079000" cy="5300375"/>
          </a:xfrm>
          <a:custGeom>
            <a:rect b="b" l="l" r="r" t="t"/>
            <a:pathLst>
              <a:path extrusionOk="0" h="212015" w="43160">
                <a:moveTo>
                  <a:pt x="36438" y="0"/>
                </a:moveTo>
                <a:cubicBezTo>
                  <a:pt x="30387" y="8143"/>
                  <a:pt x="1177" y="30480"/>
                  <a:pt x="131" y="48857"/>
                </a:cubicBezTo>
                <a:cubicBezTo>
                  <a:pt x="-915" y="67235"/>
                  <a:pt x="29267" y="98984"/>
                  <a:pt x="30163" y="110265"/>
                </a:cubicBezTo>
                <a:cubicBezTo>
                  <a:pt x="31060" y="121546"/>
                  <a:pt x="5734" y="113926"/>
                  <a:pt x="5510" y="116541"/>
                </a:cubicBezTo>
                <a:cubicBezTo>
                  <a:pt x="5286" y="119156"/>
                  <a:pt x="28519" y="117662"/>
                  <a:pt x="28818" y="125954"/>
                </a:cubicBezTo>
                <a:cubicBezTo>
                  <a:pt x="29117" y="134246"/>
                  <a:pt x="4913" y="151952"/>
                  <a:pt x="7303" y="166295"/>
                </a:cubicBezTo>
                <a:cubicBezTo>
                  <a:pt x="9694" y="180639"/>
                  <a:pt x="37185" y="204395"/>
                  <a:pt x="43161" y="212015"/>
                </a:cubicBezTo>
              </a:path>
            </a:pathLst>
          </a:custGeom>
          <a:noFill/>
          <a:ln cap="flat" cmpd="sng" w="28575">
            <a:solidFill>
              <a:srgbClr val="999999"/>
            </a:solidFill>
            <a:prstDash val="solid"/>
            <a:round/>
            <a:headEnd len="med" w="med" type="none"/>
            <a:tailEnd len="med" w="med" type="none"/>
          </a:ln>
        </p:spPr>
      </p:sp>
      <p:cxnSp>
        <p:nvCxnSpPr>
          <p:cNvPr id="483" name="Google Shape;483;p18"/>
          <p:cNvCxnSpPr>
            <a:stCxn id="455" idx="3"/>
          </p:cNvCxnSpPr>
          <p:nvPr/>
        </p:nvCxnSpPr>
        <p:spPr>
          <a:xfrm flipH="1" rot="10800000">
            <a:off x="4716375" y="3428900"/>
            <a:ext cx="1390800" cy="1202700"/>
          </a:xfrm>
          <a:prstGeom prst="straightConnector1">
            <a:avLst/>
          </a:prstGeom>
          <a:noFill/>
          <a:ln cap="flat" cmpd="sng" w="28575">
            <a:solidFill>
              <a:srgbClr val="999999"/>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9"/>
          <p:cNvSpPr txBox="1"/>
          <p:nvPr>
            <p:ph type="title"/>
          </p:nvPr>
        </p:nvSpPr>
        <p:spPr>
          <a:xfrm>
            <a:off x="115875" y="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Software Framework - Classes</a:t>
            </a:r>
            <a:endParaRPr/>
          </a:p>
        </p:txBody>
      </p:sp>
      <p:sp>
        <p:nvSpPr>
          <p:cNvPr id="489" name="Google Shape;489;p19"/>
          <p:cNvSpPr txBox="1"/>
          <p:nvPr>
            <p:ph idx="1" type="body"/>
          </p:nvPr>
        </p:nvSpPr>
        <p:spPr>
          <a:xfrm>
            <a:off x="318675" y="1233050"/>
            <a:ext cx="10972800" cy="4724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000"/>
              </a:spcBef>
              <a:spcAft>
                <a:spcPts val="0"/>
              </a:spcAft>
              <a:buNone/>
            </a:pPr>
            <a:r>
              <a:rPr lang="en-US" u="sng"/>
              <a:t>Hardware</a:t>
            </a:r>
            <a:endParaRPr/>
          </a:p>
          <a:p>
            <a:pPr indent="-342900" lvl="0" marL="457200" rtl="0" algn="l">
              <a:lnSpc>
                <a:spcPct val="115000"/>
              </a:lnSpc>
              <a:spcBef>
                <a:spcPts val="1000"/>
              </a:spcBef>
              <a:spcAft>
                <a:spcPts val="0"/>
              </a:spcAft>
              <a:buSzPts val="1800"/>
              <a:buChar char="-"/>
            </a:pPr>
            <a:r>
              <a:rPr lang="en-US"/>
              <a:t>Button (gathers data about button press)</a:t>
            </a:r>
            <a:endParaRPr/>
          </a:p>
          <a:p>
            <a:pPr indent="-342900" lvl="0" marL="457200" rtl="0" algn="l">
              <a:lnSpc>
                <a:spcPct val="115000"/>
              </a:lnSpc>
              <a:spcBef>
                <a:spcPts val="0"/>
              </a:spcBef>
              <a:spcAft>
                <a:spcPts val="0"/>
              </a:spcAft>
              <a:buSzPts val="1800"/>
              <a:buChar char="-"/>
            </a:pPr>
            <a:r>
              <a:rPr lang="en-US"/>
              <a:t>MorseKey (translates button press to dot/dash)</a:t>
            </a:r>
            <a:endParaRPr/>
          </a:p>
          <a:p>
            <a:pPr indent="-342900" lvl="0" marL="457200" rtl="0" algn="l">
              <a:lnSpc>
                <a:spcPct val="115000"/>
              </a:lnSpc>
              <a:spcBef>
                <a:spcPts val="0"/>
              </a:spcBef>
              <a:spcAft>
                <a:spcPts val="0"/>
              </a:spcAft>
              <a:buSzPts val="1800"/>
              <a:buChar char="-"/>
            </a:pPr>
            <a:r>
              <a:rPr lang="en-US"/>
              <a:t>Display (controls the display)</a:t>
            </a:r>
            <a:endParaRPr/>
          </a:p>
          <a:p>
            <a:pPr indent="-342900" lvl="0" marL="457200" rtl="0" algn="l">
              <a:lnSpc>
                <a:spcPct val="115000"/>
              </a:lnSpc>
              <a:spcBef>
                <a:spcPts val="0"/>
              </a:spcBef>
              <a:spcAft>
                <a:spcPts val="0"/>
              </a:spcAft>
              <a:buSzPts val="1800"/>
              <a:buChar char="-"/>
            </a:pPr>
            <a:r>
              <a:rPr lang="en-US"/>
              <a:t>Indicator (controls Morse output on LED and buzzer)</a:t>
            </a:r>
            <a:endParaRPr/>
          </a:p>
          <a:p>
            <a:pPr indent="0" lvl="0" marL="0" rtl="0" algn="l">
              <a:lnSpc>
                <a:spcPct val="115000"/>
              </a:lnSpc>
              <a:spcBef>
                <a:spcPts val="1000"/>
              </a:spcBef>
              <a:spcAft>
                <a:spcPts val="0"/>
              </a:spcAft>
              <a:buNone/>
            </a:pPr>
            <a:r>
              <a:rPr lang="en-US" u="sng"/>
              <a:t>Logic</a:t>
            </a:r>
            <a:endParaRPr u="sng"/>
          </a:p>
          <a:p>
            <a:pPr indent="-342900" lvl="0" marL="457200" rtl="0" algn="l">
              <a:lnSpc>
                <a:spcPct val="115000"/>
              </a:lnSpc>
              <a:spcBef>
                <a:spcPts val="1000"/>
              </a:spcBef>
              <a:spcAft>
                <a:spcPts val="0"/>
              </a:spcAft>
              <a:buSzPts val="1800"/>
              <a:buChar char="-"/>
            </a:pPr>
            <a:r>
              <a:rPr lang="en-US"/>
              <a:t>MorseCode (translates between dot/dash and letter, both ways)</a:t>
            </a:r>
            <a:endParaRPr/>
          </a:p>
          <a:p>
            <a:pPr indent="-342900" lvl="0" marL="457200" rtl="0" algn="l">
              <a:lnSpc>
                <a:spcPct val="115000"/>
              </a:lnSpc>
              <a:spcBef>
                <a:spcPts val="0"/>
              </a:spcBef>
              <a:spcAft>
                <a:spcPts val="0"/>
              </a:spcAft>
              <a:buSzPts val="1800"/>
              <a:buChar char="-"/>
            </a:pPr>
            <a:r>
              <a:rPr lang="en-US"/>
              <a:t>TrainingMode (controls steps in </a:t>
            </a:r>
            <a:r>
              <a:rPr lang="en-US"/>
              <a:t>training</a:t>
            </a:r>
            <a:r>
              <a:rPr lang="en-US"/>
              <a:t> mode)</a:t>
            </a:r>
            <a:endParaRPr/>
          </a:p>
          <a:p>
            <a:pPr indent="-342900" lvl="0" marL="457200" rtl="0" algn="l">
              <a:lnSpc>
                <a:spcPct val="115000"/>
              </a:lnSpc>
              <a:spcBef>
                <a:spcPts val="0"/>
              </a:spcBef>
              <a:spcAft>
                <a:spcPts val="0"/>
              </a:spcAft>
              <a:buSzPts val="1800"/>
              <a:buChar char="-"/>
            </a:pPr>
            <a:r>
              <a:rPr lang="en-US"/>
              <a:t>TypingMode (controls steps in </a:t>
            </a:r>
            <a:r>
              <a:rPr lang="en-US"/>
              <a:t>typing</a:t>
            </a:r>
            <a:r>
              <a:rPr lang="en-US"/>
              <a:t> mode)</a:t>
            </a:r>
            <a:endParaRPr/>
          </a:p>
          <a:p>
            <a:pPr indent="-342900" lvl="0" marL="457200" rtl="0" algn="l">
              <a:lnSpc>
                <a:spcPct val="115000"/>
              </a:lnSpc>
              <a:spcBef>
                <a:spcPts val="0"/>
              </a:spcBef>
              <a:spcAft>
                <a:spcPts val="0"/>
              </a:spcAft>
              <a:buSzPts val="1800"/>
              <a:buChar char="-"/>
            </a:pPr>
            <a:r>
              <a:rPr lang="en-US"/>
              <a:t>MorseTrainer (controls start screen, triggers TrainingMode and TypingMode)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0"/>
          <p:cNvSpPr txBox="1"/>
          <p:nvPr>
            <p:ph type="title"/>
          </p:nvPr>
        </p:nvSpPr>
        <p:spPr>
          <a:xfrm>
            <a:off x="115875" y="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Software Framework - Workflow</a:t>
            </a:r>
            <a:endParaRPr/>
          </a:p>
        </p:txBody>
      </p:sp>
      <p:sp>
        <p:nvSpPr>
          <p:cNvPr id="495" name="Google Shape;495;p20"/>
          <p:cNvSpPr txBox="1"/>
          <p:nvPr>
            <p:ph idx="1" type="body"/>
          </p:nvPr>
        </p:nvSpPr>
        <p:spPr>
          <a:xfrm>
            <a:off x="318675" y="1233050"/>
            <a:ext cx="10972800" cy="4724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000"/>
              </a:spcBef>
              <a:spcAft>
                <a:spcPts val="0"/>
              </a:spcAft>
              <a:buNone/>
            </a:pPr>
            <a:r>
              <a:rPr lang="en-US"/>
              <a:t>MorseTrainer → Display</a:t>
            </a:r>
            <a:endParaRPr/>
          </a:p>
          <a:p>
            <a:pPr indent="0" lvl="0" marL="0" rtl="0" algn="l">
              <a:lnSpc>
                <a:spcPct val="115000"/>
              </a:lnSpc>
              <a:spcBef>
                <a:spcPts val="1000"/>
              </a:spcBef>
              <a:spcAft>
                <a:spcPts val="0"/>
              </a:spcAft>
              <a:buNone/>
            </a:pPr>
            <a:r>
              <a:rPr lang="en-US"/>
              <a:t>MorseTrainer → TrainingMode </a:t>
            </a:r>
            <a:endParaRPr/>
          </a:p>
          <a:p>
            <a:pPr indent="0" lvl="0" marL="0" rtl="0" algn="l">
              <a:lnSpc>
                <a:spcPct val="115000"/>
              </a:lnSpc>
              <a:spcBef>
                <a:spcPts val="1000"/>
              </a:spcBef>
              <a:spcAft>
                <a:spcPts val="0"/>
              </a:spcAft>
              <a:buNone/>
            </a:pPr>
            <a:r>
              <a:rPr lang="en-US"/>
              <a:t>	</a:t>
            </a:r>
            <a:r>
              <a:rPr lang="en-US"/>
              <a:t>TrainingMode </a:t>
            </a:r>
            <a:r>
              <a:rPr lang="en-US"/>
              <a:t>→ Display (displays letter)</a:t>
            </a:r>
            <a:endParaRPr/>
          </a:p>
          <a:p>
            <a:pPr indent="0" lvl="0" marL="0" rtl="0" algn="l">
              <a:lnSpc>
                <a:spcPct val="115000"/>
              </a:lnSpc>
              <a:spcBef>
                <a:spcPts val="1000"/>
              </a:spcBef>
              <a:spcAft>
                <a:spcPts val="0"/>
              </a:spcAft>
              <a:buNone/>
            </a:pPr>
            <a:r>
              <a:rPr lang="en-US"/>
              <a:t>	</a:t>
            </a:r>
            <a:r>
              <a:rPr lang="en-US"/>
              <a:t>TrainingMode </a:t>
            </a:r>
            <a:r>
              <a:rPr lang="en-US"/>
              <a:t>→ Indicator (displays MorseCode of letter)</a:t>
            </a:r>
            <a:endParaRPr/>
          </a:p>
          <a:p>
            <a:pPr indent="0" lvl="0" marL="0" rtl="0" algn="l">
              <a:lnSpc>
                <a:spcPct val="115000"/>
              </a:lnSpc>
              <a:spcBef>
                <a:spcPts val="1000"/>
              </a:spcBef>
              <a:spcAft>
                <a:spcPts val="0"/>
              </a:spcAft>
              <a:buNone/>
            </a:pPr>
            <a:r>
              <a:rPr lang="en-US"/>
              <a:t>	</a:t>
            </a:r>
            <a:r>
              <a:rPr lang="en-US"/>
              <a:t>TrainingMode </a:t>
            </a:r>
            <a:r>
              <a:rPr lang="en-US"/>
              <a:t>→ MorseKey (converts input to dot/dash)</a:t>
            </a:r>
            <a:endParaRPr/>
          </a:p>
          <a:p>
            <a:pPr indent="0" lvl="0" marL="0" rtl="0" algn="l">
              <a:lnSpc>
                <a:spcPct val="115000"/>
              </a:lnSpc>
              <a:spcBef>
                <a:spcPts val="1000"/>
              </a:spcBef>
              <a:spcAft>
                <a:spcPts val="0"/>
              </a:spcAft>
              <a:buNone/>
            </a:pPr>
            <a:r>
              <a:rPr lang="en-US"/>
              <a:t>	</a:t>
            </a:r>
            <a:r>
              <a:rPr lang="en-US"/>
              <a:t>TrainingMode </a:t>
            </a:r>
            <a:r>
              <a:rPr lang="en-US"/>
              <a:t>→ MorseCode (converts dot/dash to letter)</a:t>
            </a:r>
            <a:endParaRPr/>
          </a:p>
          <a:p>
            <a:pPr indent="0" lvl="0" marL="0" rtl="0" algn="l">
              <a:lnSpc>
                <a:spcPct val="115000"/>
              </a:lnSpc>
              <a:spcBef>
                <a:spcPts val="1000"/>
              </a:spcBef>
              <a:spcAft>
                <a:spcPts val="0"/>
              </a:spcAft>
              <a:buNone/>
            </a:pPr>
            <a:r>
              <a:t/>
            </a:r>
            <a:endParaRPr/>
          </a:p>
          <a:p>
            <a:pPr indent="0" lvl="0" marL="0" rtl="0" algn="l">
              <a:lnSpc>
                <a:spcPct val="115000"/>
              </a:lnSpc>
              <a:spcBef>
                <a:spcPts val="1000"/>
              </a:spcBef>
              <a:spcAft>
                <a:spcPts val="0"/>
              </a:spcAft>
              <a:buNone/>
            </a:pPr>
            <a:r>
              <a:rPr lang="en-US"/>
              <a:t>TypingMode would use the same classes, converting button input→dot/dash→letter→display. Indicators will be directly tied to button input, flashing/buzzing whenever the button is pressed.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1"/>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76E8B"/>
              </a:buClr>
              <a:buSzPts val="3200"/>
              <a:buFont typeface="Arial"/>
              <a:buNone/>
            </a:pPr>
            <a:r>
              <a:rPr lang="en-US"/>
              <a:t>Components / Budget</a:t>
            </a:r>
            <a:endParaRPr/>
          </a:p>
        </p:txBody>
      </p:sp>
      <p:graphicFrame>
        <p:nvGraphicFramePr>
          <p:cNvPr id="501" name="Google Shape;501;p21"/>
          <p:cNvGraphicFramePr/>
          <p:nvPr/>
        </p:nvGraphicFramePr>
        <p:xfrm>
          <a:off x="609600" y="1295400"/>
          <a:ext cx="3000000" cy="3000000"/>
        </p:xfrm>
        <a:graphic>
          <a:graphicData uri="http://schemas.openxmlformats.org/drawingml/2006/table">
            <a:tbl>
              <a:tblPr bandRow="1" firstRow="1">
                <a:noFill/>
                <a:tableStyleId>{5A6D38CD-A279-4388-BD30-0721C9A04DA6}</a:tableStyleId>
              </a:tblPr>
              <a:tblGrid>
                <a:gridCol w="7837725"/>
                <a:gridCol w="1567550"/>
                <a:gridCol w="1567550"/>
              </a:tblGrid>
              <a:tr h="370850">
                <a:tc>
                  <a:txBody>
                    <a:bodyPr/>
                    <a:lstStyle/>
                    <a:p>
                      <a:pPr indent="0" lvl="0" marL="0" marR="0" rtl="0" algn="l">
                        <a:spcBef>
                          <a:spcPts val="0"/>
                        </a:spcBef>
                        <a:spcAft>
                          <a:spcPts val="0"/>
                        </a:spcAft>
                        <a:buNone/>
                      </a:pPr>
                      <a:r>
                        <a:rPr lang="en-US" sz="1800" u="none" cap="none" strike="noStrike"/>
                        <a:t>Component</a:t>
                      </a:r>
                      <a:endParaRPr/>
                    </a:p>
                  </a:txBody>
                  <a:tcPr marT="45725" marB="45725" marR="91450" marL="91450"/>
                </a:tc>
                <a:tc>
                  <a:txBody>
                    <a:bodyPr/>
                    <a:lstStyle/>
                    <a:p>
                      <a:pPr indent="0" lvl="0" marL="0" marR="0" rtl="0" algn="ctr">
                        <a:spcBef>
                          <a:spcPts val="0"/>
                        </a:spcBef>
                        <a:spcAft>
                          <a:spcPts val="0"/>
                        </a:spcAft>
                        <a:buNone/>
                      </a:pPr>
                      <a:r>
                        <a:rPr lang="en-US" sz="1800"/>
                        <a:t>EDES301</a:t>
                      </a:r>
                      <a:endParaRPr/>
                    </a:p>
                    <a:p>
                      <a:pPr indent="0" lvl="0" marL="0" marR="0" rtl="0" algn="ctr">
                        <a:spcBef>
                          <a:spcPts val="0"/>
                        </a:spcBef>
                        <a:spcAft>
                          <a:spcPts val="0"/>
                        </a:spcAft>
                        <a:buNone/>
                      </a:pPr>
                      <a:r>
                        <a:rPr lang="en-US" sz="1800"/>
                        <a:t> to Buy?</a:t>
                      </a:r>
                      <a:endParaRPr/>
                    </a:p>
                  </a:txBody>
                  <a:tcPr marT="45725" marB="45725" marR="91450" marL="91450"/>
                </a:tc>
                <a:tc>
                  <a:txBody>
                    <a:bodyPr/>
                    <a:lstStyle/>
                    <a:p>
                      <a:pPr indent="0" lvl="0" marL="0" marR="0" rtl="0" algn="ctr">
                        <a:spcBef>
                          <a:spcPts val="0"/>
                        </a:spcBef>
                        <a:spcAft>
                          <a:spcPts val="0"/>
                        </a:spcAft>
                        <a:buNone/>
                      </a:pPr>
                      <a:r>
                        <a:rPr lang="en-US" sz="1800"/>
                        <a:t>Cost</a:t>
                      </a:r>
                      <a:endParaRPr/>
                    </a:p>
                  </a:txBody>
                  <a:tcPr marT="45725" marB="45725" marR="91450" marL="91450"/>
                </a:tc>
              </a:tr>
              <a:tr h="370850">
                <a:tc>
                  <a:txBody>
                    <a:bodyPr/>
                    <a:lstStyle/>
                    <a:p>
                      <a:pPr indent="0" lvl="0" marL="0" marR="0" rtl="0" algn="l">
                        <a:spcBef>
                          <a:spcPts val="0"/>
                        </a:spcBef>
                        <a:spcAft>
                          <a:spcPts val="0"/>
                        </a:spcAft>
                        <a:buNone/>
                      </a:pPr>
                      <a:r>
                        <a:rPr lang="en-US" sz="1800"/>
                        <a:t>Included in parts kit (buttons, wiring, PocketBeagle, etc.)</a:t>
                      </a:r>
                      <a:endParaRPr sz="1800"/>
                    </a:p>
                  </a:txBody>
                  <a:tcPr marT="45725" marB="45725" marR="91450" marL="91450"/>
                </a:tc>
                <a:tc>
                  <a:txBody>
                    <a:bodyPr/>
                    <a:lstStyle/>
                    <a:p>
                      <a:pPr indent="0" lvl="0" marL="0" marR="0" rtl="0" algn="l">
                        <a:spcBef>
                          <a:spcPts val="0"/>
                        </a:spcBef>
                        <a:spcAft>
                          <a:spcPts val="0"/>
                        </a:spcAft>
                        <a:buNone/>
                      </a:pPr>
                      <a:r>
                        <a:rPr lang="en-US" sz="1800"/>
                        <a:t>X</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3"/>
                        </a:rPr>
                        <a:t>Display</a:t>
                      </a:r>
                      <a:r>
                        <a:rPr lang="en-US" sz="1800"/>
                        <a:t> (happy to switch for something better, just wanted </a:t>
                      </a:r>
                      <a:r>
                        <a:rPr lang="en-US" sz="1800"/>
                        <a:t>something</a:t>
                      </a:r>
                      <a:r>
                        <a:rPr lang="en-US" sz="1800"/>
                        <a:t> w/out touchscreen)</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$18.49</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502" name="Google Shape;502;p21"/>
          <p:cNvSpPr txBox="1"/>
          <p:nvPr/>
        </p:nvSpPr>
        <p:spPr>
          <a:xfrm>
            <a:off x="4457700" y="5029200"/>
            <a:ext cx="32880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See Next Slide for Instructions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mond Grid 16x9">
  <a:themeElements>
    <a:clrScheme name="Custom 3">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