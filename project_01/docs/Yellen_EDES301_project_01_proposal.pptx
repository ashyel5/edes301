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0F1AD35-00AB-439C-BF76-2F3B06186C07}">
  <a:tblStyle styleId="{E0F1AD35-00AB-439C-BF76-2F3B06186C07}" styleName="Table_0">
    <a:wholeTbl>
      <a:tcTxStyle b="off" i="off">
        <a:font>
          <a:latin typeface="Arial"/>
          <a:ea typeface="Arial"/>
          <a:cs typeface="Arial"/>
        </a:font>
        <a:schemeClr val="dk1"/>
      </a:tcTxStyle>
      <a:tcStyle>
        <a:tcBdr>
          <a:left>
            <a:ln cap="flat" cmpd="sng" w="12700">
              <a:solidFill>
                <a:schemeClr val="accent1"/>
              </a:solidFill>
              <a:prstDash val="solid"/>
              <a:round/>
              <a:headEnd len="sm" w="sm" type="none"/>
              <a:tailEnd len="sm" w="sm" type="none"/>
            </a:ln>
          </a:left>
          <a:right>
            <a:ln cap="flat" cmpd="sng" w="12700">
              <a:solidFill>
                <a:schemeClr val="accent1"/>
              </a:solidFill>
              <a:prstDash val="solid"/>
              <a:round/>
              <a:headEnd len="sm" w="sm" type="none"/>
              <a:tailEnd len="sm" w="sm" type="none"/>
            </a:ln>
          </a:right>
          <a:top>
            <a:ln cap="flat" cmpd="sng" w="12700">
              <a:solidFill>
                <a:schemeClr val="accent1"/>
              </a:solidFill>
              <a:prstDash val="solid"/>
              <a:round/>
              <a:headEnd len="sm" w="sm" type="none"/>
              <a:tailEnd len="sm" w="sm" type="none"/>
            </a:ln>
          </a:top>
          <a:bottom>
            <a:ln cap="flat" cmpd="sng" w="12700">
              <a:solidFill>
                <a:schemeClr val="accent1"/>
              </a:solidFill>
              <a:prstDash val="solid"/>
              <a:round/>
              <a:headEnd len="sm" w="sm" type="none"/>
              <a:tailEnd len="sm" w="sm" type="none"/>
            </a:ln>
          </a:bottom>
          <a:insideH>
            <a:ln cap="flat" cmpd="sng" w="12700">
              <a:solidFill>
                <a:schemeClr val="accent1"/>
              </a:solidFill>
              <a:prstDash val="solid"/>
              <a:round/>
              <a:headEnd len="sm" w="sm" type="none"/>
              <a:tailEnd len="sm" w="sm" type="none"/>
            </a:ln>
          </a:insideH>
          <a:insideV>
            <a:ln cap="flat" cmpd="sng" w="12700">
              <a:solidFill>
                <a:schemeClr val="accent1"/>
              </a:solidFill>
              <a:prstDash val="solid"/>
              <a:round/>
              <a:headEnd len="sm" w="sm" type="none"/>
              <a:tailEnd len="sm" w="sm" type="none"/>
            </a:ln>
          </a:insideV>
        </a:tcBdr>
        <a:fill>
          <a:solidFill>
            <a:srgbClr val="FFFFFF">
              <a:alpha val="0"/>
            </a:srgbClr>
          </a:solidFill>
        </a:fill>
      </a:tcStyle>
    </a:wholeTbl>
    <a:band1H>
      <a:tcTxStyle/>
      <a:tcStyle>
        <a:fill>
          <a:solidFill>
            <a:schemeClr val="accent1">
              <a:alpha val="20000"/>
            </a:schemeClr>
          </a:solidFill>
        </a:fill>
      </a:tcStyle>
    </a:band1H>
    <a:band2H>
      <a:tcTxStyle/>
    </a:band2H>
    <a:band1V>
      <a:tcTxStyle/>
      <a:tcStyle>
        <a:fill>
          <a:solidFill>
            <a:schemeClr val="accent1">
              <a:alpha val="20000"/>
            </a:schemeClr>
          </a:solidFill>
        </a:fill>
      </a:tcStyle>
    </a:band1V>
    <a:band2V>
      <a:tcTxStyle/>
    </a:band2V>
    <a:lastCol>
      <a:tcTxStyle b="on" i="off"/>
    </a:lastCol>
    <a:firstCol>
      <a:tcTxStyle b="on" i="off"/>
    </a:firstCol>
    <a:lastRow>
      <a:tcTxStyle b="on" i="off"/>
      <a:tcStyle>
        <a:tcBdr>
          <a:top>
            <a:ln cap="flat" cmpd="sng" w="50800">
              <a:solidFill>
                <a:schemeClr val="accent1"/>
              </a:solidFill>
              <a:prstDash val="solid"/>
              <a:round/>
              <a:headEnd len="sm" w="sm" type="none"/>
              <a:tailEnd len="sm" w="sm" type="none"/>
            </a:ln>
          </a:top>
        </a:tcBdr>
        <a:fill>
          <a:solidFill>
            <a:srgbClr val="FFFFFF">
              <a:alpha val="0"/>
            </a:srgbClr>
          </a:solidFill>
        </a:fill>
      </a:tcStyle>
    </a:lastRow>
    <a:seCell>
      <a:tcTxStyle/>
    </a:seCell>
    <a:swCell>
      <a:tcTxStyle/>
    </a:swCell>
    <a:firstRow>
      <a:tcTxStyle b="on" i="off"/>
      <a:tcStyle>
        <a:tcBdr>
          <a:bottom>
            <a:ln cap="flat" cmpd="sng" w="25400">
              <a:solidFill>
                <a:schemeClr val="accent1"/>
              </a:solidFill>
              <a:prstDash val="solid"/>
              <a:round/>
              <a:headEnd len="sm" w="sm" type="none"/>
              <a:tailEnd len="sm" w="sm" type="none"/>
            </a:ln>
          </a:bottom>
        </a:tcBdr>
        <a:fill>
          <a:solidFill>
            <a:srgbClr val="FFFFFF">
              <a:alpha val="0"/>
            </a:srgbClr>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840"/>
        <p:guide pos="21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11" Type="http://schemas.openxmlformats.org/officeDocument/2006/relationships/slide" Target="slides/slide5.xml"/><Relationship Id="rId10" Type="http://schemas.openxmlformats.org/officeDocument/2006/relationships/slide" Target="slides/slide4.xml"/><Relationship Id="rId12" Type="http://schemas.openxmlformats.org/officeDocument/2006/relationships/slide" Target="slides/slide6.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0861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1: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0" name="Google Shape;39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h1d88c994d30b0dd7_1_0: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6" name="Google Shape;396;h1d88c994d30b0dd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h4bebc35e11a994aa_0_0: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2" name="Google Shape;402;h4bebc35e11a994aa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3: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4: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3" name="Google Shape;43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5:notes"/>
          <p:cNvSpPr txBox="1"/>
          <p:nvPr>
            <p:ph idx="1" type="body"/>
          </p:nvPr>
        </p:nvSpPr>
        <p:spPr>
          <a:xfrm>
            <a:off x="685800" y="4400550"/>
            <a:ext cx="5486400" cy="30861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 name="Google Shape;44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67" name="Shape 67"/>
        <p:cNvGrpSpPr/>
        <p:nvPr/>
      </p:nvGrpSpPr>
      <p:grpSpPr>
        <a:xfrm>
          <a:off x="0" y="0"/>
          <a:ext cx="0" cy="0"/>
          <a:chOff x="0" y="0"/>
          <a:chExt cx="0" cy="0"/>
        </a:xfrm>
      </p:grpSpPr>
      <p:grpSp>
        <p:nvGrpSpPr>
          <p:cNvPr id="68" name="Google Shape;68;p2"/>
          <p:cNvGrpSpPr/>
          <p:nvPr/>
        </p:nvGrpSpPr>
        <p:grpSpPr>
          <a:xfrm>
            <a:off x="-1" y="0"/>
            <a:ext cx="12192002" cy="6858000"/>
            <a:chOff x="-1" y="0"/>
            <a:chExt cx="12192002" cy="6858000"/>
          </a:xfrm>
        </p:grpSpPr>
        <p:cxnSp>
          <p:nvCxnSpPr>
            <p:cNvPr id="69" name="Google Shape;69;p2"/>
            <p:cNvCxnSpPr/>
            <p:nvPr/>
          </p:nvCxnSpPr>
          <p:spPr>
            <a:xfrm>
              <a:off x="610194"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0" name="Google Shape;70;p2"/>
            <p:cNvCxnSpPr/>
            <p:nvPr/>
          </p:nvCxnSpPr>
          <p:spPr>
            <a:xfrm>
              <a:off x="1829332"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1" name="Google Shape;71;p2"/>
            <p:cNvCxnSpPr/>
            <p:nvPr/>
          </p:nvCxnSpPr>
          <p:spPr>
            <a:xfrm>
              <a:off x="3048470"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2" name="Google Shape;72;p2"/>
            <p:cNvCxnSpPr/>
            <p:nvPr/>
          </p:nvCxnSpPr>
          <p:spPr>
            <a:xfrm>
              <a:off x="4267608"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3" name="Google Shape;73;p2"/>
            <p:cNvCxnSpPr/>
            <p:nvPr/>
          </p:nvCxnSpPr>
          <p:spPr>
            <a:xfrm>
              <a:off x="5486746"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4" name="Google Shape;74;p2"/>
            <p:cNvCxnSpPr/>
            <p:nvPr/>
          </p:nvCxnSpPr>
          <p:spPr>
            <a:xfrm>
              <a:off x="6705884"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5" name="Google Shape;75;p2"/>
            <p:cNvCxnSpPr/>
            <p:nvPr/>
          </p:nvCxnSpPr>
          <p:spPr>
            <a:xfrm>
              <a:off x="7925022"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6" name="Google Shape;76;p2"/>
            <p:cNvCxnSpPr/>
            <p:nvPr/>
          </p:nvCxnSpPr>
          <p:spPr>
            <a:xfrm>
              <a:off x="9144160"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7" name="Google Shape;77;p2"/>
            <p:cNvCxnSpPr/>
            <p:nvPr/>
          </p:nvCxnSpPr>
          <p:spPr>
            <a:xfrm>
              <a:off x="10363298"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8" name="Google Shape;78;p2"/>
            <p:cNvCxnSpPr/>
            <p:nvPr/>
          </p:nvCxnSpPr>
          <p:spPr>
            <a:xfrm>
              <a:off x="11582436" y="0"/>
              <a:ext cx="0"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79" name="Google Shape;79;p2"/>
            <p:cNvCxnSpPr/>
            <p:nvPr/>
          </p:nvCxnSpPr>
          <p:spPr>
            <a:xfrm>
              <a:off x="2819" y="386485"/>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0" name="Google Shape;80;p2"/>
            <p:cNvCxnSpPr/>
            <p:nvPr/>
          </p:nvCxnSpPr>
          <p:spPr>
            <a:xfrm>
              <a:off x="2819" y="1611181"/>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1" name="Google Shape;81;p2"/>
            <p:cNvCxnSpPr/>
            <p:nvPr/>
          </p:nvCxnSpPr>
          <p:spPr>
            <a:xfrm>
              <a:off x="2819" y="2835877"/>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2" name="Google Shape;82;p2"/>
            <p:cNvCxnSpPr/>
            <p:nvPr/>
          </p:nvCxnSpPr>
          <p:spPr>
            <a:xfrm>
              <a:off x="2819" y="4060573"/>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3" name="Google Shape;83;p2"/>
            <p:cNvCxnSpPr/>
            <p:nvPr/>
          </p:nvCxnSpPr>
          <p:spPr>
            <a:xfrm>
              <a:off x="2819" y="5285269"/>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4" name="Google Shape;84;p2"/>
            <p:cNvCxnSpPr/>
            <p:nvPr/>
          </p:nvCxnSpPr>
          <p:spPr>
            <a:xfrm>
              <a:off x="2819" y="6509965"/>
              <a:ext cx="12188952" cy="0"/>
            </a:xfrm>
            <a:prstGeom prst="straightConnector1">
              <a:avLst/>
            </a:prstGeom>
            <a:noFill/>
            <a:ln cap="flat" cmpd="sng" w="9525">
              <a:solidFill>
                <a:srgbClr val="D8D8D8">
                  <a:alpha val="34902"/>
                </a:srgbClr>
              </a:solidFill>
              <a:prstDash val="solid"/>
              <a:miter lim="8000"/>
              <a:headEnd len="sm" w="sm" type="none"/>
              <a:tailEnd len="sm" w="sm" type="none"/>
            </a:ln>
          </p:spPr>
        </p:cxnSp>
        <p:grpSp>
          <p:nvGrpSpPr>
            <p:cNvPr id="85" name="Google Shape;85;p2"/>
            <p:cNvGrpSpPr/>
            <p:nvPr/>
          </p:nvGrpSpPr>
          <p:grpSpPr>
            <a:xfrm>
              <a:off x="-1" y="0"/>
              <a:ext cx="12192001" cy="6858000"/>
              <a:chOff x="-1" y="0"/>
              <a:chExt cx="12192001" cy="6858000"/>
            </a:xfrm>
          </p:grpSpPr>
          <p:cxnSp>
            <p:nvCxnSpPr>
              <p:cNvPr id="86" name="Google Shape;86;p2"/>
              <p:cNvCxnSpPr/>
              <p:nvPr/>
            </p:nvCxnSpPr>
            <p:spPr>
              <a:xfrm>
                <a:off x="225425"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7" name="Google Shape;87;p2"/>
              <p:cNvCxnSpPr/>
              <p:nvPr/>
            </p:nvCxnSpPr>
            <p:spPr>
              <a:xfrm>
                <a:off x="1449154"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8" name="Google Shape;88;p2"/>
              <p:cNvCxnSpPr/>
              <p:nvPr/>
            </p:nvCxnSpPr>
            <p:spPr>
              <a:xfrm>
                <a:off x="2665982"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89" name="Google Shape;89;p2"/>
              <p:cNvCxnSpPr/>
              <p:nvPr/>
            </p:nvCxnSpPr>
            <p:spPr>
              <a:xfrm>
                <a:off x="3885119"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0" name="Google Shape;90;p2"/>
              <p:cNvCxnSpPr/>
              <p:nvPr/>
            </p:nvCxnSpPr>
            <p:spPr>
              <a:xfrm>
                <a:off x="5106502"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grpSp>
            <p:nvGrpSpPr>
              <p:cNvPr id="91" name="Google Shape;91;p2"/>
              <p:cNvGrpSpPr/>
              <p:nvPr/>
            </p:nvGrpSpPr>
            <p:grpSpPr>
              <a:xfrm>
                <a:off x="6327885" y="0"/>
                <a:ext cx="5864115" cy="5898673"/>
                <a:chOff x="6327885" y="0"/>
                <a:chExt cx="5864115" cy="5898673"/>
              </a:xfrm>
            </p:grpSpPr>
            <p:cxnSp>
              <p:nvCxnSpPr>
                <p:cNvPr id="92" name="Google Shape;92;p2"/>
                <p:cNvCxnSpPr/>
                <p:nvPr/>
              </p:nvCxnSpPr>
              <p:spPr>
                <a:xfrm>
                  <a:off x="6327885" y="0"/>
                  <a:ext cx="5864115" cy="5898673"/>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3" name="Google Shape;93;p2"/>
                <p:cNvCxnSpPr/>
                <p:nvPr/>
              </p:nvCxnSpPr>
              <p:spPr>
                <a:xfrm>
                  <a:off x="7549268" y="0"/>
                  <a:ext cx="4642732" cy="4672425"/>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4" name="Google Shape;94;p2"/>
                <p:cNvCxnSpPr/>
                <p:nvPr/>
              </p:nvCxnSpPr>
              <p:spPr>
                <a:xfrm>
                  <a:off x="8772997" y="0"/>
                  <a:ext cx="3419003" cy="345674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5" name="Google Shape;95;p2"/>
                <p:cNvCxnSpPr/>
                <p:nvPr/>
              </p:nvCxnSpPr>
              <p:spPr>
                <a:xfrm>
                  <a:off x="9982200" y="0"/>
                  <a:ext cx="2209800" cy="222646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6" name="Google Shape;96;p2"/>
                <p:cNvCxnSpPr/>
                <p:nvPr/>
              </p:nvCxnSpPr>
              <p:spPr>
                <a:xfrm>
                  <a:off x="11199019" y="0"/>
                  <a:ext cx="992981" cy="1002506"/>
                </a:xfrm>
                <a:prstGeom prst="straightConnector1">
                  <a:avLst/>
                </a:prstGeom>
                <a:noFill/>
                <a:ln cap="flat" cmpd="sng" w="9525">
                  <a:solidFill>
                    <a:srgbClr val="D8D8D8">
                      <a:alpha val="34902"/>
                    </a:srgbClr>
                  </a:solidFill>
                  <a:prstDash val="solid"/>
                  <a:miter lim="8000"/>
                  <a:headEnd len="sm" w="sm" type="none"/>
                  <a:tailEnd len="sm" w="sm" type="none"/>
                </a:ln>
              </p:spPr>
            </p:cxnSp>
          </p:grpSp>
          <p:cxnSp>
            <p:nvCxnSpPr>
              <p:cNvPr id="97" name="Google Shape;97;p2"/>
              <p:cNvCxnSpPr/>
              <p:nvPr/>
            </p:nvCxnSpPr>
            <p:spPr>
              <a:xfrm rot="10800000">
                <a:off x="-1" y="1012053"/>
                <a:ext cx="5828811" cy="5845945"/>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8" name="Google Shape;98;p2"/>
              <p:cNvCxnSpPr/>
              <p:nvPr/>
            </p:nvCxnSpPr>
            <p:spPr>
              <a:xfrm rot="10800000">
                <a:off x="-1" y="2227340"/>
                <a:ext cx="4614781" cy="4630658"/>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99" name="Google Shape;99;p2"/>
              <p:cNvCxnSpPr/>
              <p:nvPr/>
            </p:nvCxnSpPr>
            <p:spPr>
              <a:xfrm rot="10800000">
                <a:off x="-1" y="3432149"/>
                <a:ext cx="3398419" cy="342584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0" name="Google Shape;100;p2"/>
              <p:cNvCxnSpPr/>
              <p:nvPr/>
            </p:nvCxnSpPr>
            <p:spPr>
              <a:xfrm rot="10800000">
                <a:off x="-1" y="4651431"/>
                <a:ext cx="2196496" cy="2206567"/>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1" name="Google Shape;101;p2"/>
              <p:cNvCxnSpPr/>
              <p:nvPr/>
            </p:nvCxnSpPr>
            <p:spPr>
              <a:xfrm rot="10800000">
                <a:off x="-1" y="5864453"/>
                <a:ext cx="987003" cy="993545"/>
              </a:xfrm>
              <a:prstGeom prst="straightConnector1">
                <a:avLst/>
              </a:prstGeom>
              <a:noFill/>
              <a:ln cap="flat" cmpd="sng" w="9525">
                <a:solidFill>
                  <a:srgbClr val="D8D8D8">
                    <a:alpha val="34902"/>
                  </a:srgbClr>
                </a:solidFill>
                <a:prstDash val="solid"/>
                <a:miter lim="8000"/>
                <a:headEnd len="sm" w="sm" type="none"/>
                <a:tailEnd len="sm" w="sm" type="none"/>
              </a:ln>
            </p:spPr>
          </p:cxnSp>
        </p:grpSp>
        <p:grpSp>
          <p:nvGrpSpPr>
            <p:cNvPr id="102" name="Google Shape;102;p2"/>
            <p:cNvGrpSpPr/>
            <p:nvPr/>
          </p:nvGrpSpPr>
          <p:grpSpPr>
            <a:xfrm flipH="1">
              <a:off x="0" y="0"/>
              <a:ext cx="12192001" cy="6858000"/>
              <a:chOff x="-1" y="0"/>
              <a:chExt cx="12192001" cy="6858000"/>
            </a:xfrm>
          </p:grpSpPr>
          <p:cxnSp>
            <p:nvCxnSpPr>
              <p:cNvPr id="103" name="Google Shape;103;p2"/>
              <p:cNvCxnSpPr/>
              <p:nvPr/>
            </p:nvCxnSpPr>
            <p:spPr>
              <a:xfrm>
                <a:off x="225425"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4" name="Google Shape;104;p2"/>
              <p:cNvCxnSpPr/>
              <p:nvPr/>
            </p:nvCxnSpPr>
            <p:spPr>
              <a:xfrm>
                <a:off x="1449154"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5" name="Google Shape;105;p2"/>
              <p:cNvCxnSpPr/>
              <p:nvPr/>
            </p:nvCxnSpPr>
            <p:spPr>
              <a:xfrm>
                <a:off x="2665982"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6" name="Google Shape;106;p2"/>
              <p:cNvCxnSpPr/>
              <p:nvPr/>
            </p:nvCxnSpPr>
            <p:spPr>
              <a:xfrm>
                <a:off x="3885119"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07" name="Google Shape;107;p2"/>
              <p:cNvCxnSpPr/>
              <p:nvPr/>
            </p:nvCxnSpPr>
            <p:spPr>
              <a:xfrm>
                <a:off x="5150644" y="0"/>
                <a:ext cx="6815931" cy="6858000"/>
              </a:xfrm>
              <a:prstGeom prst="straightConnector1">
                <a:avLst/>
              </a:prstGeom>
              <a:noFill/>
              <a:ln cap="flat" cmpd="sng" w="9525">
                <a:solidFill>
                  <a:srgbClr val="D8D8D8">
                    <a:alpha val="34902"/>
                  </a:srgbClr>
                </a:solidFill>
                <a:prstDash val="solid"/>
                <a:miter lim="8000"/>
                <a:headEnd len="sm" w="sm" type="none"/>
                <a:tailEnd len="sm" w="sm" type="none"/>
              </a:ln>
            </p:spPr>
          </p:cxnSp>
          <p:grpSp>
            <p:nvGrpSpPr>
              <p:cNvPr id="108" name="Google Shape;108;p2"/>
              <p:cNvGrpSpPr/>
              <p:nvPr/>
            </p:nvGrpSpPr>
            <p:grpSpPr>
              <a:xfrm>
                <a:off x="6327885" y="0"/>
                <a:ext cx="5864115" cy="5898673"/>
                <a:chOff x="6327885" y="0"/>
                <a:chExt cx="5864115" cy="5898673"/>
              </a:xfrm>
            </p:grpSpPr>
            <p:cxnSp>
              <p:nvCxnSpPr>
                <p:cNvPr id="109" name="Google Shape;109;p2"/>
                <p:cNvCxnSpPr/>
                <p:nvPr/>
              </p:nvCxnSpPr>
              <p:spPr>
                <a:xfrm>
                  <a:off x="6327885" y="0"/>
                  <a:ext cx="5864115" cy="5898673"/>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0" name="Google Shape;110;p2"/>
                <p:cNvCxnSpPr/>
                <p:nvPr/>
              </p:nvCxnSpPr>
              <p:spPr>
                <a:xfrm>
                  <a:off x="7549268" y="0"/>
                  <a:ext cx="4642732" cy="4672425"/>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1" name="Google Shape;111;p2"/>
                <p:cNvCxnSpPr/>
                <p:nvPr/>
              </p:nvCxnSpPr>
              <p:spPr>
                <a:xfrm>
                  <a:off x="8772997" y="0"/>
                  <a:ext cx="3419003" cy="345674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2" name="Google Shape;112;p2"/>
                <p:cNvCxnSpPr/>
                <p:nvPr/>
              </p:nvCxnSpPr>
              <p:spPr>
                <a:xfrm>
                  <a:off x="9982200" y="0"/>
                  <a:ext cx="2209800" cy="222646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3" name="Google Shape;113;p2"/>
                <p:cNvCxnSpPr/>
                <p:nvPr/>
              </p:nvCxnSpPr>
              <p:spPr>
                <a:xfrm>
                  <a:off x="11199019" y="0"/>
                  <a:ext cx="992981" cy="1002506"/>
                </a:xfrm>
                <a:prstGeom prst="straightConnector1">
                  <a:avLst/>
                </a:prstGeom>
                <a:noFill/>
                <a:ln cap="flat" cmpd="sng" w="9525">
                  <a:solidFill>
                    <a:srgbClr val="D8D8D8">
                      <a:alpha val="34902"/>
                    </a:srgbClr>
                  </a:solidFill>
                  <a:prstDash val="solid"/>
                  <a:miter lim="8000"/>
                  <a:headEnd len="sm" w="sm" type="none"/>
                  <a:tailEnd len="sm" w="sm" type="none"/>
                </a:ln>
              </p:spPr>
            </p:cxnSp>
          </p:grpSp>
          <p:cxnSp>
            <p:nvCxnSpPr>
              <p:cNvPr id="114" name="Google Shape;114;p2"/>
              <p:cNvCxnSpPr/>
              <p:nvPr/>
            </p:nvCxnSpPr>
            <p:spPr>
              <a:xfrm rot="10800000">
                <a:off x="-1" y="1012053"/>
                <a:ext cx="5828811" cy="5845945"/>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5" name="Google Shape;115;p2"/>
              <p:cNvCxnSpPr/>
              <p:nvPr/>
            </p:nvCxnSpPr>
            <p:spPr>
              <a:xfrm rot="10800000">
                <a:off x="-1" y="2227340"/>
                <a:ext cx="4614781" cy="4630658"/>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6" name="Google Shape;116;p2"/>
              <p:cNvCxnSpPr/>
              <p:nvPr/>
            </p:nvCxnSpPr>
            <p:spPr>
              <a:xfrm rot="10800000">
                <a:off x="-1" y="3432149"/>
                <a:ext cx="3398419" cy="3425849"/>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7" name="Google Shape;117;p2"/>
              <p:cNvCxnSpPr/>
              <p:nvPr/>
            </p:nvCxnSpPr>
            <p:spPr>
              <a:xfrm rot="10800000">
                <a:off x="-1" y="4651431"/>
                <a:ext cx="2196496" cy="2206567"/>
              </a:xfrm>
              <a:prstGeom prst="straightConnector1">
                <a:avLst/>
              </a:prstGeom>
              <a:noFill/>
              <a:ln cap="flat" cmpd="sng" w="9525">
                <a:solidFill>
                  <a:srgbClr val="D8D8D8">
                    <a:alpha val="34902"/>
                  </a:srgbClr>
                </a:solidFill>
                <a:prstDash val="solid"/>
                <a:miter lim="8000"/>
                <a:headEnd len="sm" w="sm" type="none"/>
                <a:tailEnd len="sm" w="sm" type="none"/>
              </a:ln>
            </p:spPr>
          </p:cxnSp>
          <p:cxnSp>
            <p:nvCxnSpPr>
              <p:cNvPr id="118" name="Google Shape;118;p2"/>
              <p:cNvCxnSpPr/>
              <p:nvPr/>
            </p:nvCxnSpPr>
            <p:spPr>
              <a:xfrm rot="10800000">
                <a:off x="-1" y="5864453"/>
                <a:ext cx="987003" cy="993545"/>
              </a:xfrm>
              <a:prstGeom prst="straightConnector1">
                <a:avLst/>
              </a:prstGeom>
              <a:noFill/>
              <a:ln cap="flat" cmpd="sng" w="9525">
                <a:solidFill>
                  <a:srgbClr val="D8D8D8">
                    <a:alpha val="34902"/>
                  </a:srgbClr>
                </a:solidFill>
                <a:prstDash val="solid"/>
                <a:miter lim="8000"/>
                <a:headEnd len="sm" w="sm" type="none"/>
                <a:tailEnd len="sm" w="sm" type="none"/>
              </a:ln>
            </p:spPr>
          </p:cxnSp>
        </p:grpSp>
      </p:grpSp>
      <p:sp>
        <p:nvSpPr>
          <p:cNvPr id="119" name="Google Shape;119;p2"/>
          <p:cNvSpPr txBox="1"/>
          <p:nvPr>
            <p:ph type="ctrTitle"/>
          </p:nvPr>
        </p:nvSpPr>
        <p:spPr>
          <a:xfrm>
            <a:off x="1293845" y="1909346"/>
            <a:ext cx="9604310" cy="3383280"/>
          </a:xfrm>
          <a:prstGeom prst="rect">
            <a:avLst/>
          </a:prstGeom>
          <a:noFill/>
          <a:ln>
            <a:noFill/>
          </a:ln>
        </p:spPr>
        <p:txBody>
          <a:bodyPr anchorCtr="0" anchor="b" bIns="45700" lIns="91425" spcFirstLastPara="1" rIns="91425" wrap="square" tIns="45700">
            <a:normAutofit/>
          </a:bodyPr>
          <a:lstStyle>
            <a:lvl1pPr lvl="0" algn="l">
              <a:lnSpc>
                <a:spcPct val="76000"/>
              </a:lnSpc>
              <a:spcBef>
                <a:spcPts val="0"/>
              </a:spcBef>
              <a:spcAft>
                <a:spcPts val="0"/>
              </a:spcAft>
              <a:buClr>
                <a:schemeClr val="dk1"/>
              </a:buClr>
              <a:buSzPts val="8000"/>
              <a:buFont typeface="Arial"/>
              <a:buNone/>
              <a:defRPr sz="8000" cap="none">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0" name="Google Shape;120;p2"/>
          <p:cNvSpPr txBox="1"/>
          <p:nvPr>
            <p:ph idx="1" type="subTitle"/>
          </p:nvPr>
        </p:nvSpPr>
        <p:spPr>
          <a:xfrm>
            <a:off x="1293845" y="5432564"/>
            <a:ext cx="9604310" cy="457200"/>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SzPts val="2000"/>
              <a:buNone/>
              <a:defRPr b="0" sz="2000">
                <a:solidFill>
                  <a:srgbClr val="276E8B"/>
                </a:solidFill>
              </a:defRPr>
            </a:lvl1pPr>
            <a:lvl2pPr lvl="1" algn="ctr">
              <a:lnSpc>
                <a:spcPct val="90000"/>
              </a:lnSpc>
              <a:spcBef>
                <a:spcPts val="1200"/>
              </a:spcBef>
              <a:spcAft>
                <a:spcPts val="0"/>
              </a:spcAft>
              <a:buSzPts val="2000"/>
              <a:buNone/>
              <a:defRPr sz="2000"/>
            </a:lvl2pPr>
            <a:lvl3pPr lvl="2" algn="ctr">
              <a:lnSpc>
                <a:spcPct val="90000"/>
              </a:lnSpc>
              <a:spcBef>
                <a:spcPts val="800"/>
              </a:spcBef>
              <a:spcAft>
                <a:spcPts val="0"/>
              </a:spcAft>
              <a:buSzPts val="1800"/>
              <a:buNone/>
              <a:defRPr sz="1800"/>
            </a:lvl3pPr>
            <a:lvl4pPr lvl="3" algn="ctr">
              <a:lnSpc>
                <a:spcPct val="90000"/>
              </a:lnSpc>
              <a:spcBef>
                <a:spcPts val="800"/>
              </a:spcBef>
              <a:spcAft>
                <a:spcPts val="0"/>
              </a:spcAft>
              <a:buSzPts val="1600"/>
              <a:buNone/>
              <a:defRPr sz="1600"/>
            </a:lvl4pPr>
            <a:lvl5pPr lvl="4" algn="ctr">
              <a:lnSpc>
                <a:spcPct val="90000"/>
              </a:lnSpc>
              <a:spcBef>
                <a:spcPts val="600"/>
              </a:spcBef>
              <a:spcAft>
                <a:spcPts val="0"/>
              </a:spcAft>
              <a:buSzPts val="1600"/>
              <a:buNone/>
              <a:defRPr sz="1600"/>
            </a:lvl5pPr>
            <a:lvl6pPr lvl="5" algn="ctr">
              <a:lnSpc>
                <a:spcPct val="90000"/>
              </a:lnSpc>
              <a:spcBef>
                <a:spcPts val="600"/>
              </a:spcBef>
              <a:spcAft>
                <a:spcPts val="0"/>
              </a:spcAft>
              <a:buSzPts val="1600"/>
              <a:buNone/>
              <a:defRPr sz="1600"/>
            </a:lvl6pPr>
            <a:lvl7pPr lvl="6" algn="ctr">
              <a:lnSpc>
                <a:spcPct val="90000"/>
              </a:lnSpc>
              <a:spcBef>
                <a:spcPts val="600"/>
              </a:spcBef>
              <a:spcAft>
                <a:spcPts val="0"/>
              </a:spcAft>
              <a:buSzPts val="1600"/>
              <a:buNone/>
              <a:defRPr sz="1600"/>
            </a:lvl7pPr>
            <a:lvl8pPr lvl="7" algn="ctr">
              <a:lnSpc>
                <a:spcPct val="90000"/>
              </a:lnSpc>
              <a:spcBef>
                <a:spcPts val="600"/>
              </a:spcBef>
              <a:spcAft>
                <a:spcPts val="0"/>
              </a:spcAft>
              <a:buSzPts val="1600"/>
              <a:buNone/>
              <a:defRPr sz="1600"/>
            </a:lvl8pPr>
            <a:lvl9pPr lvl="8" algn="ctr">
              <a:lnSpc>
                <a:spcPct val="90000"/>
              </a:lnSpc>
              <a:spcBef>
                <a:spcPts val="600"/>
              </a:spcBef>
              <a:spcAft>
                <a:spcPts val="0"/>
              </a:spcAft>
              <a:buSzPts val="1600"/>
              <a:buNone/>
              <a:defRPr sz="1600"/>
            </a:lvl9pPr>
          </a:lstStyle>
          <a:p/>
        </p:txBody>
      </p:sp>
      <p:cxnSp>
        <p:nvCxnSpPr>
          <p:cNvPr id="121" name="Google Shape;121;p2"/>
          <p:cNvCxnSpPr/>
          <p:nvPr/>
        </p:nvCxnSpPr>
        <p:spPr>
          <a:xfrm>
            <a:off x="1295400" y="5294175"/>
            <a:ext cx="9601200" cy="0"/>
          </a:xfrm>
          <a:prstGeom prst="straightConnector1">
            <a:avLst/>
          </a:prstGeom>
          <a:noFill/>
          <a:ln cap="flat" cmpd="sng" w="12700">
            <a:solidFill>
              <a:schemeClr val="accent1"/>
            </a:solidFill>
            <a:prstDash val="solid"/>
            <a:miter lim="8000"/>
            <a:headEnd len="sm" w="sm" type="none"/>
            <a:tailEnd len="sm" w="sm" type="none"/>
          </a:ln>
        </p:spPr>
      </p:cxn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22" name="Shape 122"/>
        <p:cNvGrpSpPr/>
        <p:nvPr/>
      </p:nvGrpSpPr>
      <p:grpSpPr>
        <a:xfrm>
          <a:off x="0" y="0"/>
          <a:ext cx="0" cy="0"/>
          <a:chOff x="0" y="0"/>
          <a:chExt cx="0" cy="0"/>
        </a:xfrm>
      </p:grpSpPr>
      <p:sp>
        <p:nvSpPr>
          <p:cNvPr id="123" name="Google Shape;123;p3"/>
          <p:cNvSpPr txBox="1"/>
          <p:nvPr>
            <p:ph type="title"/>
          </p:nvPr>
        </p:nvSpPr>
        <p:spPr>
          <a:xfrm>
            <a:off x="609600" y="228600"/>
            <a:ext cx="10972800" cy="914401"/>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3"/>
          <p:cNvSpPr txBox="1"/>
          <p:nvPr>
            <p:ph idx="1" type="body"/>
          </p:nvPr>
        </p:nvSpPr>
        <p:spPr>
          <a:xfrm>
            <a:off x="609600" y="1295400"/>
            <a:ext cx="10972800" cy="472439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800"/>
              </a:spcBef>
              <a:spcAft>
                <a:spcPts val="0"/>
              </a:spcAft>
              <a:buSzPts val="1800"/>
              <a:buChar char="▪"/>
              <a:defRPr/>
            </a:lvl1pPr>
            <a:lvl2pPr indent="-342900" lvl="1" marL="914400" algn="l">
              <a:lnSpc>
                <a:spcPct val="90000"/>
              </a:lnSpc>
              <a:spcBef>
                <a:spcPts val="1200"/>
              </a:spcBef>
              <a:spcAft>
                <a:spcPts val="0"/>
              </a:spcAft>
              <a:buSzPts val="1800"/>
              <a:buChar char="▪"/>
              <a:defRPr/>
            </a:lvl2pPr>
            <a:lvl3pPr indent="-342900" lvl="2" marL="1371600" algn="l">
              <a:lnSpc>
                <a:spcPct val="90000"/>
              </a:lnSpc>
              <a:spcBef>
                <a:spcPts val="800"/>
              </a:spcBef>
              <a:spcAft>
                <a:spcPts val="0"/>
              </a:spcAft>
              <a:buSzPts val="1800"/>
              <a:buChar char="▪"/>
              <a:defRPr/>
            </a:lvl3pPr>
            <a:lvl4pPr indent="-342900" lvl="3" marL="1828800" algn="l">
              <a:lnSpc>
                <a:spcPct val="90000"/>
              </a:lnSpc>
              <a:spcBef>
                <a:spcPts val="800"/>
              </a:spcBef>
              <a:spcAft>
                <a:spcPts val="0"/>
              </a:spcAft>
              <a:buSzPts val="1800"/>
              <a:buChar char="▪"/>
              <a:defRPr/>
            </a:lvl4pPr>
            <a:lvl5pPr indent="-342900" lvl="4" marL="2286000" algn="l">
              <a:lnSpc>
                <a:spcPct val="90000"/>
              </a:lnSpc>
              <a:spcBef>
                <a:spcPts val="600"/>
              </a:spcBef>
              <a:spcAft>
                <a:spcPts val="0"/>
              </a:spcAft>
              <a:buSzPts val="1800"/>
              <a:buChar char="▪"/>
              <a:defRPr/>
            </a:lvl5pPr>
            <a:lvl6pPr indent="-342900" lvl="5" marL="2743200" algn="l">
              <a:lnSpc>
                <a:spcPct val="90000"/>
              </a:lnSpc>
              <a:spcBef>
                <a:spcPts val="600"/>
              </a:spcBef>
              <a:spcAft>
                <a:spcPts val="0"/>
              </a:spcAft>
              <a:buSzPts val="1800"/>
              <a:buChar char="▪"/>
              <a:defRPr/>
            </a:lvl6pPr>
            <a:lvl7pPr indent="-342900" lvl="6" marL="3200400" algn="l">
              <a:lnSpc>
                <a:spcPct val="90000"/>
              </a:lnSpc>
              <a:spcBef>
                <a:spcPts val="600"/>
              </a:spcBef>
              <a:spcAft>
                <a:spcPts val="0"/>
              </a:spcAft>
              <a:buSzPts val="1800"/>
              <a:buChar char="▪"/>
              <a:defRPr/>
            </a:lvl7pPr>
            <a:lvl8pPr indent="-342900" lvl="7" marL="3657600" algn="l">
              <a:lnSpc>
                <a:spcPct val="90000"/>
              </a:lnSpc>
              <a:spcBef>
                <a:spcPts val="600"/>
              </a:spcBef>
              <a:spcAft>
                <a:spcPts val="0"/>
              </a:spcAft>
              <a:buSzPts val="1800"/>
              <a:buChar char="▪"/>
              <a:defRPr/>
            </a:lvl8pPr>
            <a:lvl9pPr indent="-228600" lvl="8" marL="4114800" algn="l">
              <a:lnSpc>
                <a:spcPct val="90000"/>
              </a:lnSpc>
              <a:spcBef>
                <a:spcPts val="600"/>
              </a:spcBef>
              <a:spcAft>
                <a:spcPts val="0"/>
              </a:spcAft>
              <a:buSzPts val="1800"/>
              <a:buNone/>
              <a:defRPr/>
            </a:lvl9pPr>
          </a:lstStyle>
          <a:p/>
        </p:txBody>
      </p:sp>
      <p:sp>
        <p:nvSpPr>
          <p:cNvPr id="125" name="Google Shape;125;p3"/>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3"/>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3"/>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bg>
      <p:bgPr>
        <a:gradFill>
          <a:gsLst>
            <a:gs pos="0">
              <a:schemeClr val="accent1"/>
            </a:gs>
            <a:gs pos="97000">
              <a:srgbClr val="297694"/>
            </a:gs>
            <a:gs pos="100000">
              <a:srgbClr val="297694"/>
            </a:gs>
          </a:gsLst>
          <a:path path="circle">
            <a:fillToRect b="50%" l="50%" r="50%" t="50%"/>
          </a:path>
          <a:tileRect/>
        </a:gradFill>
      </p:bgPr>
    </p:bg>
    <p:spTree>
      <p:nvGrpSpPr>
        <p:cNvPr id="128" name="Shape 128"/>
        <p:cNvGrpSpPr/>
        <p:nvPr/>
      </p:nvGrpSpPr>
      <p:grpSpPr>
        <a:xfrm>
          <a:off x="0" y="0"/>
          <a:ext cx="0" cy="0"/>
          <a:chOff x="0" y="0"/>
          <a:chExt cx="0" cy="0"/>
        </a:xfrm>
      </p:grpSpPr>
      <p:grpSp>
        <p:nvGrpSpPr>
          <p:cNvPr id="129" name="Google Shape;129;p4"/>
          <p:cNvGrpSpPr/>
          <p:nvPr/>
        </p:nvGrpSpPr>
        <p:grpSpPr>
          <a:xfrm>
            <a:off x="-1" y="0"/>
            <a:ext cx="12192002" cy="6858000"/>
            <a:chOff x="-1" y="0"/>
            <a:chExt cx="12192002" cy="6858000"/>
          </a:xfrm>
        </p:grpSpPr>
        <p:cxnSp>
          <p:nvCxnSpPr>
            <p:cNvPr id="130" name="Google Shape;130;p4"/>
            <p:cNvCxnSpPr/>
            <p:nvPr/>
          </p:nvCxnSpPr>
          <p:spPr>
            <a:xfrm>
              <a:off x="61019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1" name="Google Shape;131;p4"/>
            <p:cNvCxnSpPr/>
            <p:nvPr/>
          </p:nvCxnSpPr>
          <p:spPr>
            <a:xfrm>
              <a:off x="182933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2" name="Google Shape;132;p4"/>
            <p:cNvCxnSpPr/>
            <p:nvPr/>
          </p:nvCxnSpPr>
          <p:spPr>
            <a:xfrm>
              <a:off x="304847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3" name="Google Shape;133;p4"/>
            <p:cNvCxnSpPr/>
            <p:nvPr/>
          </p:nvCxnSpPr>
          <p:spPr>
            <a:xfrm>
              <a:off x="426760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4" name="Google Shape;134;p4"/>
            <p:cNvCxnSpPr/>
            <p:nvPr/>
          </p:nvCxnSpPr>
          <p:spPr>
            <a:xfrm>
              <a:off x="548674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5" name="Google Shape;135;p4"/>
            <p:cNvCxnSpPr/>
            <p:nvPr/>
          </p:nvCxnSpPr>
          <p:spPr>
            <a:xfrm>
              <a:off x="670588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6" name="Google Shape;136;p4"/>
            <p:cNvCxnSpPr/>
            <p:nvPr/>
          </p:nvCxnSpPr>
          <p:spPr>
            <a:xfrm>
              <a:off x="792502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7" name="Google Shape;137;p4"/>
            <p:cNvCxnSpPr/>
            <p:nvPr/>
          </p:nvCxnSpPr>
          <p:spPr>
            <a:xfrm>
              <a:off x="914416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8" name="Google Shape;138;p4"/>
            <p:cNvCxnSpPr/>
            <p:nvPr/>
          </p:nvCxnSpPr>
          <p:spPr>
            <a:xfrm>
              <a:off x="1036329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39" name="Google Shape;139;p4"/>
            <p:cNvCxnSpPr/>
            <p:nvPr/>
          </p:nvCxnSpPr>
          <p:spPr>
            <a:xfrm>
              <a:off x="1158243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0" name="Google Shape;140;p4"/>
            <p:cNvCxnSpPr/>
            <p:nvPr/>
          </p:nvCxnSpPr>
          <p:spPr>
            <a:xfrm>
              <a:off x="2819" y="38648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1" name="Google Shape;141;p4"/>
            <p:cNvCxnSpPr/>
            <p:nvPr/>
          </p:nvCxnSpPr>
          <p:spPr>
            <a:xfrm>
              <a:off x="2819" y="1611181"/>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2" name="Google Shape;142;p4"/>
            <p:cNvCxnSpPr/>
            <p:nvPr/>
          </p:nvCxnSpPr>
          <p:spPr>
            <a:xfrm>
              <a:off x="2819" y="2835877"/>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3" name="Google Shape;143;p4"/>
            <p:cNvCxnSpPr/>
            <p:nvPr/>
          </p:nvCxnSpPr>
          <p:spPr>
            <a:xfrm>
              <a:off x="2819" y="4060573"/>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4" name="Google Shape;144;p4"/>
            <p:cNvCxnSpPr/>
            <p:nvPr/>
          </p:nvCxnSpPr>
          <p:spPr>
            <a:xfrm>
              <a:off x="2819" y="5285269"/>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5" name="Google Shape;145;p4"/>
            <p:cNvCxnSpPr/>
            <p:nvPr/>
          </p:nvCxnSpPr>
          <p:spPr>
            <a:xfrm>
              <a:off x="2819" y="650996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146" name="Google Shape;146;p4"/>
            <p:cNvGrpSpPr/>
            <p:nvPr/>
          </p:nvGrpSpPr>
          <p:grpSpPr>
            <a:xfrm>
              <a:off x="-1" y="0"/>
              <a:ext cx="12192001" cy="6858000"/>
              <a:chOff x="-1" y="0"/>
              <a:chExt cx="12192001" cy="6858000"/>
            </a:xfrm>
          </p:grpSpPr>
          <p:cxnSp>
            <p:nvCxnSpPr>
              <p:cNvPr id="147" name="Google Shape;147;p4"/>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8" name="Google Shape;148;p4"/>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49" name="Google Shape;149;p4"/>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0" name="Google Shape;150;p4"/>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1" name="Google Shape;151;p4"/>
              <p:cNvCxnSpPr/>
              <p:nvPr/>
            </p:nvCxnSpPr>
            <p:spPr>
              <a:xfrm>
                <a:off x="510650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152" name="Google Shape;152;p4"/>
              <p:cNvGrpSpPr/>
              <p:nvPr/>
            </p:nvGrpSpPr>
            <p:grpSpPr>
              <a:xfrm>
                <a:off x="6327885" y="0"/>
                <a:ext cx="5864115" cy="5898673"/>
                <a:chOff x="6327885" y="0"/>
                <a:chExt cx="5864115" cy="5898673"/>
              </a:xfrm>
            </p:grpSpPr>
            <p:cxnSp>
              <p:nvCxnSpPr>
                <p:cNvPr id="153" name="Google Shape;153;p4"/>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4" name="Google Shape;154;p4"/>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5" name="Google Shape;155;p4"/>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6" name="Google Shape;156;p4"/>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7" name="Google Shape;157;p4"/>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158" name="Google Shape;158;p4"/>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59" name="Google Shape;159;p4"/>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0" name="Google Shape;160;p4"/>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1" name="Google Shape;161;p4"/>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2" name="Google Shape;162;p4"/>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nvGrpSpPr>
            <p:cNvPr id="163" name="Google Shape;163;p4"/>
            <p:cNvGrpSpPr/>
            <p:nvPr/>
          </p:nvGrpSpPr>
          <p:grpSpPr>
            <a:xfrm flipH="1">
              <a:off x="0" y="0"/>
              <a:ext cx="12192001" cy="6858000"/>
              <a:chOff x="-1" y="0"/>
              <a:chExt cx="12192001" cy="6858000"/>
            </a:xfrm>
          </p:grpSpPr>
          <p:cxnSp>
            <p:nvCxnSpPr>
              <p:cNvPr id="164" name="Google Shape;164;p4"/>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5" name="Google Shape;165;p4"/>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6" name="Google Shape;166;p4"/>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7" name="Google Shape;167;p4"/>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68" name="Google Shape;168;p4"/>
              <p:cNvCxnSpPr/>
              <p:nvPr/>
            </p:nvCxnSpPr>
            <p:spPr>
              <a:xfrm>
                <a:off x="515064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169" name="Google Shape;169;p4"/>
              <p:cNvGrpSpPr/>
              <p:nvPr/>
            </p:nvGrpSpPr>
            <p:grpSpPr>
              <a:xfrm>
                <a:off x="6327885" y="0"/>
                <a:ext cx="5864115" cy="5898673"/>
                <a:chOff x="6327885" y="0"/>
                <a:chExt cx="5864115" cy="5898673"/>
              </a:xfrm>
            </p:grpSpPr>
            <p:cxnSp>
              <p:nvCxnSpPr>
                <p:cNvPr id="170" name="Google Shape;170;p4"/>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1" name="Google Shape;171;p4"/>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2" name="Google Shape;172;p4"/>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3" name="Google Shape;173;p4"/>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4" name="Google Shape;174;p4"/>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175" name="Google Shape;175;p4"/>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6" name="Google Shape;176;p4"/>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7" name="Google Shape;177;p4"/>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8" name="Google Shape;178;p4"/>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179" name="Google Shape;179;p4"/>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sp>
        <p:nvSpPr>
          <p:cNvPr id="180" name="Google Shape;180;p4"/>
          <p:cNvSpPr txBox="1"/>
          <p:nvPr>
            <p:ph type="title"/>
          </p:nvPr>
        </p:nvSpPr>
        <p:spPr>
          <a:xfrm>
            <a:off x="1295400" y="2541573"/>
            <a:ext cx="9601200" cy="2743200"/>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chemeClr val="lt1"/>
              </a:buClr>
              <a:buSzPts val="6000"/>
              <a:buFont typeface="Arial"/>
              <a:buNone/>
              <a:defRPr sz="60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4"/>
          <p:cNvSpPr txBox="1"/>
          <p:nvPr>
            <p:ph idx="1" type="body"/>
          </p:nvPr>
        </p:nvSpPr>
        <p:spPr>
          <a:xfrm>
            <a:off x="1295400" y="5431536"/>
            <a:ext cx="9601200" cy="4572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0"/>
              </a:spcBef>
              <a:spcAft>
                <a:spcPts val="0"/>
              </a:spcAft>
              <a:buSzPts val="2000"/>
              <a:buNone/>
              <a:defRPr b="0" sz="2000">
                <a:solidFill>
                  <a:schemeClr val="lt1"/>
                </a:solidFill>
              </a:defRPr>
            </a:lvl1pPr>
            <a:lvl2pPr indent="-228600" lvl="1" marL="914400" algn="l">
              <a:lnSpc>
                <a:spcPct val="90000"/>
              </a:lnSpc>
              <a:spcBef>
                <a:spcPts val="1200"/>
              </a:spcBef>
              <a:spcAft>
                <a:spcPts val="0"/>
              </a:spcAft>
              <a:buSzPts val="2000"/>
              <a:buNone/>
              <a:defRPr sz="2000"/>
            </a:lvl2pPr>
            <a:lvl3pPr indent="-228600" lvl="2" marL="1371600" algn="l">
              <a:lnSpc>
                <a:spcPct val="90000"/>
              </a:lnSpc>
              <a:spcBef>
                <a:spcPts val="800"/>
              </a:spcBef>
              <a:spcAft>
                <a:spcPts val="0"/>
              </a:spcAft>
              <a:buSzPts val="1800"/>
              <a:buNone/>
              <a:defRPr sz="1800"/>
            </a:lvl3pPr>
            <a:lvl4pPr indent="-228600" lvl="3" marL="1828800" algn="l">
              <a:lnSpc>
                <a:spcPct val="90000"/>
              </a:lnSpc>
              <a:spcBef>
                <a:spcPts val="800"/>
              </a:spcBef>
              <a:spcAft>
                <a:spcPts val="0"/>
              </a:spcAft>
              <a:buSzPts val="1600"/>
              <a:buNone/>
              <a:defRPr sz="1600"/>
            </a:lvl4pPr>
            <a:lvl5pPr indent="-228600" lvl="4" marL="2286000" algn="l">
              <a:lnSpc>
                <a:spcPct val="90000"/>
              </a:lnSpc>
              <a:spcBef>
                <a:spcPts val="600"/>
              </a:spcBef>
              <a:spcAft>
                <a:spcPts val="0"/>
              </a:spcAft>
              <a:buSzPts val="1600"/>
              <a:buNone/>
              <a:defRPr sz="1600"/>
            </a:lvl5pPr>
            <a:lvl6pPr indent="-228600" lvl="5" marL="2743200" algn="l">
              <a:lnSpc>
                <a:spcPct val="90000"/>
              </a:lnSpc>
              <a:spcBef>
                <a:spcPts val="600"/>
              </a:spcBef>
              <a:spcAft>
                <a:spcPts val="0"/>
              </a:spcAft>
              <a:buSzPts val="1600"/>
              <a:buNone/>
              <a:defRPr sz="1600"/>
            </a:lvl6pPr>
            <a:lvl7pPr indent="-228600" lvl="6" marL="3200400" algn="l">
              <a:lnSpc>
                <a:spcPct val="90000"/>
              </a:lnSpc>
              <a:spcBef>
                <a:spcPts val="600"/>
              </a:spcBef>
              <a:spcAft>
                <a:spcPts val="0"/>
              </a:spcAft>
              <a:buSzPts val="1600"/>
              <a:buNone/>
              <a:defRPr sz="1600"/>
            </a:lvl7pPr>
            <a:lvl8pPr indent="-228600" lvl="7" marL="3657600" algn="l">
              <a:lnSpc>
                <a:spcPct val="90000"/>
              </a:lnSpc>
              <a:spcBef>
                <a:spcPts val="600"/>
              </a:spcBef>
              <a:spcAft>
                <a:spcPts val="0"/>
              </a:spcAft>
              <a:buSzPts val="1600"/>
              <a:buNone/>
              <a:defRPr sz="1600"/>
            </a:lvl8pPr>
            <a:lvl9pPr indent="-228600" lvl="8" marL="4114800" algn="l">
              <a:lnSpc>
                <a:spcPct val="90000"/>
              </a:lnSpc>
              <a:spcBef>
                <a:spcPts val="600"/>
              </a:spcBef>
              <a:spcAft>
                <a:spcPts val="0"/>
              </a:spcAft>
              <a:buSzPts val="1600"/>
              <a:buNone/>
              <a:defRPr sz="1600"/>
            </a:lvl9pPr>
          </a:lstStyle>
          <a:p/>
        </p:txBody>
      </p:sp>
      <p:cxnSp>
        <p:nvCxnSpPr>
          <p:cNvPr id="182" name="Google Shape;182;p4"/>
          <p:cNvCxnSpPr/>
          <p:nvPr/>
        </p:nvCxnSpPr>
        <p:spPr>
          <a:xfrm>
            <a:off x="1295400" y="5294175"/>
            <a:ext cx="9601200" cy="0"/>
          </a:xfrm>
          <a:prstGeom prst="straightConnector1">
            <a:avLst/>
          </a:prstGeom>
          <a:noFill/>
          <a:ln cap="flat" cmpd="sng" w="12700">
            <a:solidFill>
              <a:schemeClr val="lt1"/>
            </a:solidFill>
            <a:prstDash val="solid"/>
            <a:miter lim="8000"/>
            <a:headEnd len="sm" w="sm" type="none"/>
            <a:tailEnd len="sm" w="sm" type="none"/>
          </a:ln>
        </p:spPr>
      </p:cxn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83" name="Shape 183"/>
        <p:cNvGrpSpPr/>
        <p:nvPr/>
      </p:nvGrpSpPr>
      <p:grpSpPr>
        <a:xfrm>
          <a:off x="0" y="0"/>
          <a:ext cx="0" cy="0"/>
          <a:chOff x="0" y="0"/>
          <a:chExt cx="0" cy="0"/>
        </a:xfrm>
      </p:grpSpPr>
      <p:sp>
        <p:nvSpPr>
          <p:cNvPr id="184" name="Google Shape;184;p5"/>
          <p:cNvSpPr txBox="1"/>
          <p:nvPr>
            <p:ph type="title"/>
          </p:nvPr>
        </p:nvSpPr>
        <p:spPr>
          <a:xfrm>
            <a:off x="1295400" y="503853"/>
            <a:ext cx="9601200" cy="114238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5" name="Google Shape;185;p5"/>
          <p:cNvSpPr txBox="1"/>
          <p:nvPr>
            <p:ph idx="1" type="body"/>
          </p:nvPr>
        </p:nvSpPr>
        <p:spPr>
          <a:xfrm>
            <a:off x="1295400" y="1981199"/>
            <a:ext cx="4572000" cy="381000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800"/>
              </a:spcBef>
              <a:spcAft>
                <a:spcPts val="0"/>
              </a:spcAft>
              <a:buSzPts val="2000"/>
              <a:buChar char="▪"/>
              <a:defRPr sz="2000"/>
            </a:lvl1pPr>
            <a:lvl2pPr indent="-342900" lvl="1" marL="914400" algn="l">
              <a:lnSpc>
                <a:spcPct val="90000"/>
              </a:lnSpc>
              <a:spcBef>
                <a:spcPts val="1200"/>
              </a:spcBef>
              <a:spcAft>
                <a:spcPts val="0"/>
              </a:spcAft>
              <a:buSzPts val="1800"/>
              <a:buChar char="▪"/>
              <a:defRPr sz="1800"/>
            </a:lvl2pPr>
            <a:lvl3pPr indent="-330200" lvl="2" marL="1371600" algn="l">
              <a:lnSpc>
                <a:spcPct val="90000"/>
              </a:lnSpc>
              <a:spcBef>
                <a:spcPts val="800"/>
              </a:spcBef>
              <a:spcAft>
                <a:spcPts val="0"/>
              </a:spcAft>
              <a:buSzPts val="1600"/>
              <a:buChar char="▪"/>
              <a:defRPr sz="1600"/>
            </a:lvl3pPr>
            <a:lvl4pPr indent="-317500" lvl="3" marL="1828800" algn="l">
              <a:lnSpc>
                <a:spcPct val="90000"/>
              </a:lnSpc>
              <a:spcBef>
                <a:spcPts val="800"/>
              </a:spcBef>
              <a:spcAft>
                <a:spcPts val="0"/>
              </a:spcAft>
              <a:buSzPts val="1400"/>
              <a:buChar char="▪"/>
              <a:defRPr sz="1400"/>
            </a:lvl4pPr>
            <a:lvl5pPr indent="-317500" lvl="4" marL="2286000" algn="l">
              <a:lnSpc>
                <a:spcPct val="90000"/>
              </a:lnSpc>
              <a:spcBef>
                <a:spcPts val="600"/>
              </a:spcBef>
              <a:spcAft>
                <a:spcPts val="0"/>
              </a:spcAft>
              <a:buSzPts val="1400"/>
              <a:buChar char="▪"/>
              <a:defRPr sz="1400"/>
            </a:lvl5pPr>
            <a:lvl6pPr indent="-342900" lvl="5" marL="2743200" algn="l">
              <a:lnSpc>
                <a:spcPct val="90000"/>
              </a:lnSpc>
              <a:spcBef>
                <a:spcPts val="600"/>
              </a:spcBef>
              <a:spcAft>
                <a:spcPts val="0"/>
              </a:spcAft>
              <a:buSzPts val="1800"/>
              <a:buChar char="▪"/>
              <a:defRPr sz="1800"/>
            </a:lvl6pPr>
            <a:lvl7pPr indent="-342900" lvl="6" marL="3200400" algn="l">
              <a:lnSpc>
                <a:spcPct val="90000"/>
              </a:lnSpc>
              <a:spcBef>
                <a:spcPts val="600"/>
              </a:spcBef>
              <a:spcAft>
                <a:spcPts val="0"/>
              </a:spcAft>
              <a:buSzPts val="1800"/>
              <a:buChar char="▪"/>
              <a:defRPr sz="1800"/>
            </a:lvl7pPr>
            <a:lvl8pPr indent="-342900" lvl="7" marL="3657600" algn="l">
              <a:lnSpc>
                <a:spcPct val="90000"/>
              </a:lnSpc>
              <a:spcBef>
                <a:spcPts val="600"/>
              </a:spcBef>
              <a:spcAft>
                <a:spcPts val="0"/>
              </a:spcAft>
              <a:buSzPts val="1800"/>
              <a:buChar char="▪"/>
              <a:defRPr sz="1800"/>
            </a:lvl8pPr>
            <a:lvl9pPr indent="-228600" lvl="8" marL="4114800" algn="l">
              <a:lnSpc>
                <a:spcPct val="90000"/>
              </a:lnSpc>
              <a:spcBef>
                <a:spcPts val="600"/>
              </a:spcBef>
              <a:spcAft>
                <a:spcPts val="0"/>
              </a:spcAft>
              <a:buSzPts val="1800"/>
              <a:buNone/>
              <a:defRPr sz="1800"/>
            </a:lvl9pPr>
          </a:lstStyle>
          <a:p/>
        </p:txBody>
      </p:sp>
      <p:sp>
        <p:nvSpPr>
          <p:cNvPr id="186" name="Google Shape;186;p5"/>
          <p:cNvSpPr txBox="1"/>
          <p:nvPr>
            <p:ph idx="2" type="body"/>
          </p:nvPr>
        </p:nvSpPr>
        <p:spPr>
          <a:xfrm>
            <a:off x="6324600" y="1981199"/>
            <a:ext cx="4572000" cy="381000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800"/>
              </a:spcBef>
              <a:spcAft>
                <a:spcPts val="0"/>
              </a:spcAft>
              <a:buSzPts val="2000"/>
              <a:buChar char="▪"/>
              <a:defRPr sz="2000"/>
            </a:lvl1pPr>
            <a:lvl2pPr indent="-342900" lvl="1" marL="914400" algn="l">
              <a:lnSpc>
                <a:spcPct val="90000"/>
              </a:lnSpc>
              <a:spcBef>
                <a:spcPts val="1200"/>
              </a:spcBef>
              <a:spcAft>
                <a:spcPts val="0"/>
              </a:spcAft>
              <a:buSzPts val="1800"/>
              <a:buChar char="▪"/>
              <a:defRPr sz="1800"/>
            </a:lvl2pPr>
            <a:lvl3pPr indent="-330200" lvl="2" marL="1371600" algn="l">
              <a:lnSpc>
                <a:spcPct val="90000"/>
              </a:lnSpc>
              <a:spcBef>
                <a:spcPts val="800"/>
              </a:spcBef>
              <a:spcAft>
                <a:spcPts val="0"/>
              </a:spcAft>
              <a:buSzPts val="1600"/>
              <a:buChar char="▪"/>
              <a:defRPr sz="1600"/>
            </a:lvl3pPr>
            <a:lvl4pPr indent="-317500" lvl="3" marL="1828800" algn="l">
              <a:lnSpc>
                <a:spcPct val="90000"/>
              </a:lnSpc>
              <a:spcBef>
                <a:spcPts val="800"/>
              </a:spcBef>
              <a:spcAft>
                <a:spcPts val="0"/>
              </a:spcAft>
              <a:buSzPts val="1400"/>
              <a:buChar char="▪"/>
              <a:defRPr sz="1400"/>
            </a:lvl4pPr>
            <a:lvl5pPr indent="-317500" lvl="4" marL="2286000" algn="l">
              <a:lnSpc>
                <a:spcPct val="90000"/>
              </a:lnSpc>
              <a:spcBef>
                <a:spcPts val="600"/>
              </a:spcBef>
              <a:spcAft>
                <a:spcPts val="0"/>
              </a:spcAft>
              <a:buSzPts val="1400"/>
              <a:buChar char="▪"/>
              <a:defRPr sz="1400"/>
            </a:lvl5pPr>
            <a:lvl6pPr indent="-342900" lvl="5" marL="2743200" algn="l">
              <a:lnSpc>
                <a:spcPct val="90000"/>
              </a:lnSpc>
              <a:spcBef>
                <a:spcPts val="600"/>
              </a:spcBef>
              <a:spcAft>
                <a:spcPts val="0"/>
              </a:spcAft>
              <a:buSzPts val="1800"/>
              <a:buChar char="▪"/>
              <a:defRPr sz="1800"/>
            </a:lvl6pPr>
            <a:lvl7pPr indent="-342900" lvl="6" marL="3200400" algn="l">
              <a:lnSpc>
                <a:spcPct val="90000"/>
              </a:lnSpc>
              <a:spcBef>
                <a:spcPts val="600"/>
              </a:spcBef>
              <a:spcAft>
                <a:spcPts val="0"/>
              </a:spcAft>
              <a:buSzPts val="1800"/>
              <a:buChar char="▪"/>
              <a:defRPr sz="1800"/>
            </a:lvl7pPr>
            <a:lvl8pPr indent="-342900" lvl="7" marL="3657600" algn="l">
              <a:lnSpc>
                <a:spcPct val="90000"/>
              </a:lnSpc>
              <a:spcBef>
                <a:spcPts val="600"/>
              </a:spcBef>
              <a:spcAft>
                <a:spcPts val="0"/>
              </a:spcAft>
              <a:buSzPts val="1800"/>
              <a:buChar char="▪"/>
              <a:defRPr sz="1800"/>
            </a:lvl8pPr>
            <a:lvl9pPr indent="-228600" lvl="8" marL="4114800" algn="l">
              <a:lnSpc>
                <a:spcPct val="90000"/>
              </a:lnSpc>
              <a:spcBef>
                <a:spcPts val="600"/>
              </a:spcBef>
              <a:spcAft>
                <a:spcPts val="0"/>
              </a:spcAft>
              <a:buSzPts val="1800"/>
              <a:buNone/>
              <a:defRPr sz="1800"/>
            </a:lvl9pPr>
          </a:lstStyle>
          <a:p/>
        </p:txBody>
      </p:sp>
      <p:sp>
        <p:nvSpPr>
          <p:cNvPr id="187" name="Google Shape;187;p5"/>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8" name="Google Shape;188;p5"/>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9" name="Google Shape;189;p5"/>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90" name="Shape 190"/>
        <p:cNvGrpSpPr/>
        <p:nvPr/>
      </p:nvGrpSpPr>
      <p:grpSpPr>
        <a:xfrm>
          <a:off x="0" y="0"/>
          <a:ext cx="0" cy="0"/>
          <a:chOff x="0" y="0"/>
          <a:chExt cx="0" cy="0"/>
        </a:xfrm>
      </p:grpSpPr>
      <p:sp>
        <p:nvSpPr>
          <p:cNvPr id="191" name="Google Shape;191;p6"/>
          <p:cNvSpPr txBox="1"/>
          <p:nvPr>
            <p:ph type="title"/>
          </p:nvPr>
        </p:nvSpPr>
        <p:spPr>
          <a:xfrm>
            <a:off x="1295400" y="503853"/>
            <a:ext cx="9601200" cy="114238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2" name="Google Shape;192;p6"/>
          <p:cNvSpPr txBox="1"/>
          <p:nvPr>
            <p:ph idx="1" type="body"/>
          </p:nvPr>
        </p:nvSpPr>
        <p:spPr>
          <a:xfrm>
            <a:off x="1295400" y="1818322"/>
            <a:ext cx="4572000" cy="641350"/>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0"/>
              </a:spcBef>
              <a:spcAft>
                <a:spcPts val="0"/>
              </a:spcAft>
              <a:buSzPts val="2000"/>
              <a:buNone/>
              <a:defRPr b="0" sz="2000">
                <a:solidFill>
                  <a:schemeClr val="accent1"/>
                </a:solidFill>
              </a:defRPr>
            </a:lvl1pPr>
            <a:lvl2pPr indent="-228600" lvl="1" marL="914400" algn="l">
              <a:lnSpc>
                <a:spcPct val="90000"/>
              </a:lnSpc>
              <a:spcBef>
                <a:spcPts val="1200"/>
              </a:spcBef>
              <a:spcAft>
                <a:spcPts val="0"/>
              </a:spcAft>
              <a:buSzPts val="2000"/>
              <a:buNone/>
              <a:defRPr b="1" sz="2000"/>
            </a:lvl2pPr>
            <a:lvl3pPr indent="-228600" lvl="2" marL="1371600" algn="l">
              <a:lnSpc>
                <a:spcPct val="90000"/>
              </a:lnSpc>
              <a:spcBef>
                <a:spcPts val="800"/>
              </a:spcBef>
              <a:spcAft>
                <a:spcPts val="0"/>
              </a:spcAft>
              <a:buSzPts val="1800"/>
              <a:buNone/>
              <a:defRPr b="1" sz="1800"/>
            </a:lvl3pPr>
            <a:lvl4pPr indent="-228600" lvl="3" marL="1828800" algn="l">
              <a:lnSpc>
                <a:spcPct val="90000"/>
              </a:lnSpc>
              <a:spcBef>
                <a:spcPts val="800"/>
              </a:spcBef>
              <a:spcAft>
                <a:spcPts val="0"/>
              </a:spcAft>
              <a:buSzPts val="1600"/>
              <a:buNone/>
              <a:defRPr b="1" sz="1600"/>
            </a:lvl4pPr>
            <a:lvl5pPr indent="-228600" lvl="4" marL="2286000" algn="l">
              <a:lnSpc>
                <a:spcPct val="90000"/>
              </a:lnSpc>
              <a:spcBef>
                <a:spcPts val="600"/>
              </a:spcBef>
              <a:spcAft>
                <a:spcPts val="0"/>
              </a:spcAft>
              <a:buSzPts val="1600"/>
              <a:buNone/>
              <a:defRPr b="1" sz="1600"/>
            </a:lvl5pPr>
            <a:lvl6pPr indent="-228600" lvl="5" marL="2743200" algn="l">
              <a:lnSpc>
                <a:spcPct val="90000"/>
              </a:lnSpc>
              <a:spcBef>
                <a:spcPts val="600"/>
              </a:spcBef>
              <a:spcAft>
                <a:spcPts val="0"/>
              </a:spcAft>
              <a:buSzPts val="1600"/>
              <a:buNone/>
              <a:defRPr b="1" sz="1600"/>
            </a:lvl6pPr>
            <a:lvl7pPr indent="-228600" lvl="6" marL="3200400" algn="l">
              <a:lnSpc>
                <a:spcPct val="90000"/>
              </a:lnSpc>
              <a:spcBef>
                <a:spcPts val="600"/>
              </a:spcBef>
              <a:spcAft>
                <a:spcPts val="0"/>
              </a:spcAft>
              <a:buSzPts val="1600"/>
              <a:buNone/>
              <a:defRPr b="1" sz="1600"/>
            </a:lvl7pPr>
            <a:lvl8pPr indent="-228600" lvl="7" marL="3657600" algn="l">
              <a:lnSpc>
                <a:spcPct val="90000"/>
              </a:lnSpc>
              <a:spcBef>
                <a:spcPts val="600"/>
              </a:spcBef>
              <a:spcAft>
                <a:spcPts val="0"/>
              </a:spcAft>
              <a:buSzPts val="1600"/>
              <a:buNone/>
              <a:defRPr b="1" sz="1600"/>
            </a:lvl8pPr>
            <a:lvl9pPr indent="-228600" lvl="8" marL="4114800" algn="l">
              <a:lnSpc>
                <a:spcPct val="90000"/>
              </a:lnSpc>
              <a:spcBef>
                <a:spcPts val="600"/>
              </a:spcBef>
              <a:spcAft>
                <a:spcPts val="0"/>
              </a:spcAft>
              <a:buSzPts val="1600"/>
              <a:buNone/>
              <a:defRPr b="1" sz="1600"/>
            </a:lvl9pPr>
          </a:lstStyle>
          <a:p/>
        </p:txBody>
      </p:sp>
      <p:sp>
        <p:nvSpPr>
          <p:cNvPr id="193" name="Google Shape;193;p6"/>
          <p:cNvSpPr txBox="1"/>
          <p:nvPr>
            <p:ph idx="2" type="body"/>
          </p:nvPr>
        </p:nvSpPr>
        <p:spPr>
          <a:xfrm>
            <a:off x="1295400" y="2503713"/>
            <a:ext cx="4572000" cy="3287487"/>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800"/>
              </a:spcBef>
              <a:spcAft>
                <a:spcPts val="0"/>
              </a:spcAft>
              <a:buSzPts val="2000"/>
              <a:buChar char="▪"/>
              <a:defRPr sz="2000"/>
            </a:lvl1pPr>
            <a:lvl2pPr indent="-342900" lvl="1" marL="914400" algn="l">
              <a:lnSpc>
                <a:spcPct val="90000"/>
              </a:lnSpc>
              <a:spcBef>
                <a:spcPts val="1200"/>
              </a:spcBef>
              <a:spcAft>
                <a:spcPts val="0"/>
              </a:spcAft>
              <a:buSzPts val="1800"/>
              <a:buChar char="▪"/>
              <a:defRPr sz="1800"/>
            </a:lvl2pPr>
            <a:lvl3pPr indent="-330200" lvl="2" marL="1371600" algn="l">
              <a:lnSpc>
                <a:spcPct val="90000"/>
              </a:lnSpc>
              <a:spcBef>
                <a:spcPts val="800"/>
              </a:spcBef>
              <a:spcAft>
                <a:spcPts val="0"/>
              </a:spcAft>
              <a:buSzPts val="1600"/>
              <a:buChar char="▪"/>
              <a:defRPr sz="1600"/>
            </a:lvl3pPr>
            <a:lvl4pPr indent="-317500" lvl="3" marL="1828800" algn="l">
              <a:lnSpc>
                <a:spcPct val="90000"/>
              </a:lnSpc>
              <a:spcBef>
                <a:spcPts val="800"/>
              </a:spcBef>
              <a:spcAft>
                <a:spcPts val="0"/>
              </a:spcAft>
              <a:buSzPts val="1400"/>
              <a:buChar char="▪"/>
              <a:defRPr sz="1400"/>
            </a:lvl4pPr>
            <a:lvl5pPr indent="-317500" lvl="4" marL="2286000" algn="l">
              <a:lnSpc>
                <a:spcPct val="90000"/>
              </a:lnSpc>
              <a:spcBef>
                <a:spcPts val="600"/>
              </a:spcBef>
              <a:spcAft>
                <a:spcPts val="0"/>
              </a:spcAft>
              <a:buSzPts val="1400"/>
              <a:buChar char="▪"/>
              <a:defRPr sz="1400"/>
            </a:lvl5pPr>
            <a:lvl6pPr indent="-330200" lvl="5" marL="2743200" algn="l">
              <a:lnSpc>
                <a:spcPct val="90000"/>
              </a:lnSpc>
              <a:spcBef>
                <a:spcPts val="600"/>
              </a:spcBef>
              <a:spcAft>
                <a:spcPts val="0"/>
              </a:spcAft>
              <a:buSzPts val="1600"/>
              <a:buChar char="▪"/>
              <a:defRPr sz="1600"/>
            </a:lvl6pPr>
            <a:lvl7pPr indent="-330200" lvl="6" marL="3200400" algn="l">
              <a:lnSpc>
                <a:spcPct val="90000"/>
              </a:lnSpc>
              <a:spcBef>
                <a:spcPts val="600"/>
              </a:spcBef>
              <a:spcAft>
                <a:spcPts val="0"/>
              </a:spcAft>
              <a:buSzPts val="1600"/>
              <a:buChar char="▪"/>
              <a:defRPr sz="1600"/>
            </a:lvl7pPr>
            <a:lvl8pPr indent="-330200" lvl="7" marL="3657600" algn="l">
              <a:lnSpc>
                <a:spcPct val="90000"/>
              </a:lnSpc>
              <a:spcBef>
                <a:spcPts val="600"/>
              </a:spcBef>
              <a:spcAft>
                <a:spcPts val="0"/>
              </a:spcAft>
              <a:buSzPts val="1600"/>
              <a:buChar char="▪"/>
              <a:defRPr sz="1600"/>
            </a:lvl8pPr>
            <a:lvl9pPr indent="-228600" lvl="8" marL="4114800" algn="l">
              <a:lnSpc>
                <a:spcPct val="90000"/>
              </a:lnSpc>
              <a:spcBef>
                <a:spcPts val="600"/>
              </a:spcBef>
              <a:spcAft>
                <a:spcPts val="0"/>
              </a:spcAft>
              <a:buSzPts val="1600"/>
              <a:buNone/>
              <a:defRPr sz="1600"/>
            </a:lvl9pPr>
          </a:lstStyle>
          <a:p/>
        </p:txBody>
      </p:sp>
      <p:sp>
        <p:nvSpPr>
          <p:cNvPr id="194" name="Google Shape;194;p6"/>
          <p:cNvSpPr txBox="1"/>
          <p:nvPr>
            <p:ph idx="3" type="body"/>
          </p:nvPr>
        </p:nvSpPr>
        <p:spPr>
          <a:xfrm>
            <a:off x="6324600" y="1818322"/>
            <a:ext cx="4572000" cy="641350"/>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0"/>
              </a:spcBef>
              <a:spcAft>
                <a:spcPts val="0"/>
              </a:spcAft>
              <a:buSzPts val="2000"/>
              <a:buNone/>
              <a:defRPr b="0" sz="2000">
                <a:solidFill>
                  <a:schemeClr val="accent1"/>
                </a:solidFill>
              </a:defRPr>
            </a:lvl1pPr>
            <a:lvl2pPr indent="-228600" lvl="1" marL="914400" algn="l">
              <a:lnSpc>
                <a:spcPct val="90000"/>
              </a:lnSpc>
              <a:spcBef>
                <a:spcPts val="1200"/>
              </a:spcBef>
              <a:spcAft>
                <a:spcPts val="0"/>
              </a:spcAft>
              <a:buSzPts val="2000"/>
              <a:buNone/>
              <a:defRPr b="1" sz="2000"/>
            </a:lvl2pPr>
            <a:lvl3pPr indent="-228600" lvl="2" marL="1371600" algn="l">
              <a:lnSpc>
                <a:spcPct val="90000"/>
              </a:lnSpc>
              <a:spcBef>
                <a:spcPts val="800"/>
              </a:spcBef>
              <a:spcAft>
                <a:spcPts val="0"/>
              </a:spcAft>
              <a:buSzPts val="1800"/>
              <a:buNone/>
              <a:defRPr b="1" sz="1800"/>
            </a:lvl3pPr>
            <a:lvl4pPr indent="-228600" lvl="3" marL="1828800" algn="l">
              <a:lnSpc>
                <a:spcPct val="90000"/>
              </a:lnSpc>
              <a:spcBef>
                <a:spcPts val="800"/>
              </a:spcBef>
              <a:spcAft>
                <a:spcPts val="0"/>
              </a:spcAft>
              <a:buSzPts val="1600"/>
              <a:buNone/>
              <a:defRPr b="1" sz="1600"/>
            </a:lvl4pPr>
            <a:lvl5pPr indent="-228600" lvl="4" marL="2286000" algn="l">
              <a:lnSpc>
                <a:spcPct val="90000"/>
              </a:lnSpc>
              <a:spcBef>
                <a:spcPts val="600"/>
              </a:spcBef>
              <a:spcAft>
                <a:spcPts val="0"/>
              </a:spcAft>
              <a:buSzPts val="1600"/>
              <a:buNone/>
              <a:defRPr b="1" sz="1600"/>
            </a:lvl5pPr>
            <a:lvl6pPr indent="-228600" lvl="5" marL="2743200" algn="l">
              <a:lnSpc>
                <a:spcPct val="90000"/>
              </a:lnSpc>
              <a:spcBef>
                <a:spcPts val="600"/>
              </a:spcBef>
              <a:spcAft>
                <a:spcPts val="0"/>
              </a:spcAft>
              <a:buSzPts val="1600"/>
              <a:buNone/>
              <a:defRPr b="1" sz="1600"/>
            </a:lvl6pPr>
            <a:lvl7pPr indent="-228600" lvl="6" marL="3200400" algn="l">
              <a:lnSpc>
                <a:spcPct val="90000"/>
              </a:lnSpc>
              <a:spcBef>
                <a:spcPts val="600"/>
              </a:spcBef>
              <a:spcAft>
                <a:spcPts val="0"/>
              </a:spcAft>
              <a:buSzPts val="1600"/>
              <a:buNone/>
              <a:defRPr b="1" sz="1600"/>
            </a:lvl7pPr>
            <a:lvl8pPr indent="-228600" lvl="7" marL="3657600" algn="l">
              <a:lnSpc>
                <a:spcPct val="90000"/>
              </a:lnSpc>
              <a:spcBef>
                <a:spcPts val="600"/>
              </a:spcBef>
              <a:spcAft>
                <a:spcPts val="0"/>
              </a:spcAft>
              <a:buSzPts val="1600"/>
              <a:buNone/>
              <a:defRPr b="1" sz="1600"/>
            </a:lvl8pPr>
            <a:lvl9pPr indent="-228600" lvl="8" marL="4114800" algn="l">
              <a:lnSpc>
                <a:spcPct val="90000"/>
              </a:lnSpc>
              <a:spcBef>
                <a:spcPts val="600"/>
              </a:spcBef>
              <a:spcAft>
                <a:spcPts val="0"/>
              </a:spcAft>
              <a:buSzPts val="1600"/>
              <a:buNone/>
              <a:defRPr b="1" sz="1600"/>
            </a:lvl9pPr>
          </a:lstStyle>
          <a:p/>
        </p:txBody>
      </p:sp>
      <p:sp>
        <p:nvSpPr>
          <p:cNvPr id="195" name="Google Shape;195;p6"/>
          <p:cNvSpPr txBox="1"/>
          <p:nvPr>
            <p:ph idx="4" type="body"/>
          </p:nvPr>
        </p:nvSpPr>
        <p:spPr>
          <a:xfrm>
            <a:off x="6324600" y="2503713"/>
            <a:ext cx="4572000" cy="3287487"/>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800"/>
              </a:spcBef>
              <a:spcAft>
                <a:spcPts val="0"/>
              </a:spcAft>
              <a:buSzPts val="2000"/>
              <a:buChar char="▪"/>
              <a:defRPr sz="2000"/>
            </a:lvl1pPr>
            <a:lvl2pPr indent="-342900" lvl="1" marL="914400" algn="l">
              <a:lnSpc>
                <a:spcPct val="90000"/>
              </a:lnSpc>
              <a:spcBef>
                <a:spcPts val="1200"/>
              </a:spcBef>
              <a:spcAft>
                <a:spcPts val="0"/>
              </a:spcAft>
              <a:buSzPts val="1800"/>
              <a:buChar char="▪"/>
              <a:defRPr sz="1800"/>
            </a:lvl2pPr>
            <a:lvl3pPr indent="-330200" lvl="2" marL="1371600" algn="l">
              <a:lnSpc>
                <a:spcPct val="90000"/>
              </a:lnSpc>
              <a:spcBef>
                <a:spcPts val="800"/>
              </a:spcBef>
              <a:spcAft>
                <a:spcPts val="0"/>
              </a:spcAft>
              <a:buSzPts val="1600"/>
              <a:buChar char="▪"/>
              <a:defRPr sz="1600"/>
            </a:lvl3pPr>
            <a:lvl4pPr indent="-317500" lvl="3" marL="1828800" algn="l">
              <a:lnSpc>
                <a:spcPct val="90000"/>
              </a:lnSpc>
              <a:spcBef>
                <a:spcPts val="800"/>
              </a:spcBef>
              <a:spcAft>
                <a:spcPts val="0"/>
              </a:spcAft>
              <a:buSzPts val="1400"/>
              <a:buChar char="▪"/>
              <a:defRPr sz="1400"/>
            </a:lvl4pPr>
            <a:lvl5pPr indent="-317500" lvl="4" marL="2286000" algn="l">
              <a:lnSpc>
                <a:spcPct val="90000"/>
              </a:lnSpc>
              <a:spcBef>
                <a:spcPts val="600"/>
              </a:spcBef>
              <a:spcAft>
                <a:spcPts val="0"/>
              </a:spcAft>
              <a:buSzPts val="1400"/>
              <a:buChar char="▪"/>
              <a:defRPr sz="1400"/>
            </a:lvl5pPr>
            <a:lvl6pPr indent="-330200" lvl="5" marL="2743200" algn="l">
              <a:lnSpc>
                <a:spcPct val="90000"/>
              </a:lnSpc>
              <a:spcBef>
                <a:spcPts val="600"/>
              </a:spcBef>
              <a:spcAft>
                <a:spcPts val="0"/>
              </a:spcAft>
              <a:buSzPts val="1600"/>
              <a:buChar char="▪"/>
              <a:defRPr sz="1600"/>
            </a:lvl6pPr>
            <a:lvl7pPr indent="-330200" lvl="6" marL="3200400" algn="l">
              <a:lnSpc>
                <a:spcPct val="90000"/>
              </a:lnSpc>
              <a:spcBef>
                <a:spcPts val="600"/>
              </a:spcBef>
              <a:spcAft>
                <a:spcPts val="0"/>
              </a:spcAft>
              <a:buSzPts val="1600"/>
              <a:buChar char="▪"/>
              <a:defRPr sz="1600"/>
            </a:lvl7pPr>
            <a:lvl8pPr indent="-330200" lvl="7" marL="3657600" algn="l">
              <a:lnSpc>
                <a:spcPct val="90000"/>
              </a:lnSpc>
              <a:spcBef>
                <a:spcPts val="600"/>
              </a:spcBef>
              <a:spcAft>
                <a:spcPts val="0"/>
              </a:spcAft>
              <a:buSzPts val="1600"/>
              <a:buChar char="▪"/>
              <a:defRPr sz="1600"/>
            </a:lvl8pPr>
            <a:lvl9pPr indent="-228600" lvl="8" marL="4114800" algn="l">
              <a:lnSpc>
                <a:spcPct val="90000"/>
              </a:lnSpc>
              <a:spcBef>
                <a:spcPts val="600"/>
              </a:spcBef>
              <a:spcAft>
                <a:spcPts val="0"/>
              </a:spcAft>
              <a:buSzPts val="1600"/>
              <a:buNone/>
              <a:defRPr sz="1600"/>
            </a:lvl9pPr>
          </a:lstStyle>
          <a:p/>
        </p:txBody>
      </p:sp>
      <p:sp>
        <p:nvSpPr>
          <p:cNvPr id="196" name="Google Shape;196;p6"/>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7" name="Google Shape;197;p6"/>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8" name="Google Shape;198;p6"/>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9" name="Shape 199"/>
        <p:cNvGrpSpPr/>
        <p:nvPr/>
      </p:nvGrpSpPr>
      <p:grpSpPr>
        <a:xfrm>
          <a:off x="0" y="0"/>
          <a:ext cx="0" cy="0"/>
          <a:chOff x="0" y="0"/>
          <a:chExt cx="0" cy="0"/>
        </a:xfrm>
      </p:grpSpPr>
      <p:sp>
        <p:nvSpPr>
          <p:cNvPr id="200" name="Google Shape;200;p7"/>
          <p:cNvSpPr txBox="1"/>
          <p:nvPr>
            <p:ph type="title"/>
          </p:nvPr>
        </p:nvSpPr>
        <p:spPr>
          <a:xfrm>
            <a:off x="1295400" y="503853"/>
            <a:ext cx="9601200" cy="114238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1" name="Google Shape;201;p7"/>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2" name="Google Shape;202;p7"/>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3" name="Google Shape;203;p7"/>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204" name="Shape 204"/>
        <p:cNvGrpSpPr/>
        <p:nvPr/>
      </p:nvGrpSpPr>
      <p:grpSpPr>
        <a:xfrm>
          <a:off x="0" y="0"/>
          <a:ext cx="0" cy="0"/>
          <a:chOff x="0" y="0"/>
          <a:chExt cx="0" cy="0"/>
        </a:xfrm>
      </p:grpSpPr>
      <p:grpSp>
        <p:nvGrpSpPr>
          <p:cNvPr id="205" name="Google Shape;205;p8"/>
          <p:cNvGrpSpPr/>
          <p:nvPr/>
        </p:nvGrpSpPr>
        <p:grpSpPr>
          <a:xfrm>
            <a:off x="-1" y="0"/>
            <a:ext cx="12192002" cy="6858000"/>
            <a:chOff x="-1" y="0"/>
            <a:chExt cx="12192002" cy="6858000"/>
          </a:xfrm>
        </p:grpSpPr>
        <p:cxnSp>
          <p:nvCxnSpPr>
            <p:cNvPr id="206" name="Google Shape;206;p8"/>
            <p:cNvCxnSpPr/>
            <p:nvPr/>
          </p:nvCxnSpPr>
          <p:spPr>
            <a:xfrm>
              <a:off x="610194"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07" name="Google Shape;207;p8"/>
            <p:cNvCxnSpPr/>
            <p:nvPr/>
          </p:nvCxnSpPr>
          <p:spPr>
            <a:xfrm>
              <a:off x="1829332"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08" name="Google Shape;208;p8"/>
            <p:cNvCxnSpPr/>
            <p:nvPr/>
          </p:nvCxnSpPr>
          <p:spPr>
            <a:xfrm>
              <a:off x="3048470"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09" name="Google Shape;209;p8"/>
            <p:cNvCxnSpPr/>
            <p:nvPr/>
          </p:nvCxnSpPr>
          <p:spPr>
            <a:xfrm>
              <a:off x="4267608"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0" name="Google Shape;210;p8"/>
            <p:cNvCxnSpPr/>
            <p:nvPr/>
          </p:nvCxnSpPr>
          <p:spPr>
            <a:xfrm>
              <a:off x="5486746"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1" name="Google Shape;211;p8"/>
            <p:cNvCxnSpPr/>
            <p:nvPr/>
          </p:nvCxnSpPr>
          <p:spPr>
            <a:xfrm>
              <a:off x="6705884"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2" name="Google Shape;212;p8"/>
            <p:cNvCxnSpPr/>
            <p:nvPr/>
          </p:nvCxnSpPr>
          <p:spPr>
            <a:xfrm>
              <a:off x="7925022"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3" name="Google Shape;213;p8"/>
            <p:cNvCxnSpPr/>
            <p:nvPr/>
          </p:nvCxnSpPr>
          <p:spPr>
            <a:xfrm>
              <a:off x="9144160"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4" name="Google Shape;214;p8"/>
            <p:cNvCxnSpPr/>
            <p:nvPr/>
          </p:nvCxnSpPr>
          <p:spPr>
            <a:xfrm>
              <a:off x="10363298"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5" name="Google Shape;215;p8"/>
            <p:cNvCxnSpPr/>
            <p:nvPr/>
          </p:nvCxnSpPr>
          <p:spPr>
            <a:xfrm>
              <a:off x="11582436" y="0"/>
              <a:ext cx="0"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6" name="Google Shape;216;p8"/>
            <p:cNvCxnSpPr/>
            <p:nvPr/>
          </p:nvCxnSpPr>
          <p:spPr>
            <a:xfrm>
              <a:off x="2819" y="386485"/>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7" name="Google Shape;217;p8"/>
            <p:cNvCxnSpPr/>
            <p:nvPr/>
          </p:nvCxnSpPr>
          <p:spPr>
            <a:xfrm>
              <a:off x="2819" y="1611181"/>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8" name="Google Shape;218;p8"/>
            <p:cNvCxnSpPr/>
            <p:nvPr/>
          </p:nvCxnSpPr>
          <p:spPr>
            <a:xfrm>
              <a:off x="2819" y="2835877"/>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19" name="Google Shape;219;p8"/>
            <p:cNvCxnSpPr/>
            <p:nvPr/>
          </p:nvCxnSpPr>
          <p:spPr>
            <a:xfrm>
              <a:off x="2819" y="4060573"/>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0" name="Google Shape;220;p8"/>
            <p:cNvCxnSpPr/>
            <p:nvPr/>
          </p:nvCxnSpPr>
          <p:spPr>
            <a:xfrm>
              <a:off x="2819" y="5285269"/>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1" name="Google Shape;221;p8"/>
            <p:cNvCxnSpPr/>
            <p:nvPr/>
          </p:nvCxnSpPr>
          <p:spPr>
            <a:xfrm>
              <a:off x="2819" y="6509965"/>
              <a:ext cx="12188952" cy="0"/>
            </a:xfrm>
            <a:prstGeom prst="straightConnector1">
              <a:avLst/>
            </a:prstGeom>
            <a:noFill/>
            <a:ln cap="flat" cmpd="sng" w="9525">
              <a:solidFill>
                <a:srgbClr val="D8D8D8">
                  <a:alpha val="30196"/>
                </a:srgbClr>
              </a:solidFill>
              <a:prstDash val="solid"/>
              <a:miter lim="8000"/>
              <a:headEnd len="sm" w="sm" type="none"/>
              <a:tailEnd len="sm" w="sm" type="none"/>
            </a:ln>
          </p:spPr>
        </p:cxnSp>
        <p:grpSp>
          <p:nvGrpSpPr>
            <p:cNvPr id="222" name="Google Shape;222;p8"/>
            <p:cNvGrpSpPr/>
            <p:nvPr/>
          </p:nvGrpSpPr>
          <p:grpSpPr>
            <a:xfrm>
              <a:off x="-1" y="0"/>
              <a:ext cx="12192001" cy="6858000"/>
              <a:chOff x="-1" y="0"/>
              <a:chExt cx="12192001" cy="6858000"/>
            </a:xfrm>
          </p:grpSpPr>
          <p:cxnSp>
            <p:nvCxnSpPr>
              <p:cNvPr id="223" name="Google Shape;223;p8"/>
              <p:cNvCxnSpPr/>
              <p:nvPr/>
            </p:nvCxnSpPr>
            <p:spPr>
              <a:xfrm>
                <a:off x="225425"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4" name="Google Shape;224;p8"/>
              <p:cNvCxnSpPr/>
              <p:nvPr/>
            </p:nvCxnSpPr>
            <p:spPr>
              <a:xfrm>
                <a:off x="1449154"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5" name="Google Shape;225;p8"/>
              <p:cNvCxnSpPr/>
              <p:nvPr/>
            </p:nvCxnSpPr>
            <p:spPr>
              <a:xfrm>
                <a:off x="2665982"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6" name="Google Shape;226;p8"/>
              <p:cNvCxnSpPr/>
              <p:nvPr/>
            </p:nvCxnSpPr>
            <p:spPr>
              <a:xfrm>
                <a:off x="3885119"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27" name="Google Shape;227;p8"/>
              <p:cNvCxnSpPr/>
              <p:nvPr/>
            </p:nvCxnSpPr>
            <p:spPr>
              <a:xfrm>
                <a:off x="5106502"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grpSp>
            <p:nvGrpSpPr>
              <p:cNvPr id="228" name="Google Shape;228;p8"/>
              <p:cNvGrpSpPr/>
              <p:nvPr/>
            </p:nvGrpSpPr>
            <p:grpSpPr>
              <a:xfrm>
                <a:off x="6327885" y="0"/>
                <a:ext cx="5864115" cy="5898673"/>
                <a:chOff x="6327885" y="0"/>
                <a:chExt cx="5864115" cy="5898673"/>
              </a:xfrm>
            </p:grpSpPr>
            <p:cxnSp>
              <p:nvCxnSpPr>
                <p:cNvPr id="229" name="Google Shape;229;p8"/>
                <p:cNvCxnSpPr/>
                <p:nvPr/>
              </p:nvCxnSpPr>
              <p:spPr>
                <a:xfrm>
                  <a:off x="6327885" y="0"/>
                  <a:ext cx="5864115" cy="5898673"/>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0" name="Google Shape;230;p8"/>
                <p:cNvCxnSpPr/>
                <p:nvPr/>
              </p:nvCxnSpPr>
              <p:spPr>
                <a:xfrm>
                  <a:off x="7549268" y="0"/>
                  <a:ext cx="4642732" cy="4672425"/>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1" name="Google Shape;231;p8"/>
                <p:cNvCxnSpPr/>
                <p:nvPr/>
              </p:nvCxnSpPr>
              <p:spPr>
                <a:xfrm>
                  <a:off x="8772997" y="0"/>
                  <a:ext cx="3419003" cy="345674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2" name="Google Shape;232;p8"/>
                <p:cNvCxnSpPr/>
                <p:nvPr/>
              </p:nvCxnSpPr>
              <p:spPr>
                <a:xfrm>
                  <a:off x="9982200" y="0"/>
                  <a:ext cx="2209800" cy="222646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3" name="Google Shape;233;p8"/>
                <p:cNvCxnSpPr/>
                <p:nvPr/>
              </p:nvCxnSpPr>
              <p:spPr>
                <a:xfrm>
                  <a:off x="11199019" y="0"/>
                  <a:ext cx="992981" cy="1002506"/>
                </a:xfrm>
                <a:prstGeom prst="straightConnector1">
                  <a:avLst/>
                </a:prstGeom>
                <a:noFill/>
                <a:ln cap="flat" cmpd="sng" w="9525">
                  <a:solidFill>
                    <a:srgbClr val="D8D8D8">
                      <a:alpha val="30196"/>
                    </a:srgbClr>
                  </a:solidFill>
                  <a:prstDash val="solid"/>
                  <a:miter lim="8000"/>
                  <a:headEnd len="sm" w="sm" type="none"/>
                  <a:tailEnd len="sm" w="sm" type="none"/>
                </a:ln>
              </p:spPr>
            </p:cxnSp>
          </p:grpSp>
          <p:cxnSp>
            <p:nvCxnSpPr>
              <p:cNvPr id="234" name="Google Shape;234;p8"/>
              <p:cNvCxnSpPr/>
              <p:nvPr/>
            </p:nvCxnSpPr>
            <p:spPr>
              <a:xfrm rot="10800000">
                <a:off x="-1" y="1012053"/>
                <a:ext cx="5828811" cy="5845945"/>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5" name="Google Shape;235;p8"/>
              <p:cNvCxnSpPr/>
              <p:nvPr/>
            </p:nvCxnSpPr>
            <p:spPr>
              <a:xfrm rot="10800000">
                <a:off x="-1" y="2227340"/>
                <a:ext cx="4614781" cy="4630658"/>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6" name="Google Shape;236;p8"/>
              <p:cNvCxnSpPr/>
              <p:nvPr/>
            </p:nvCxnSpPr>
            <p:spPr>
              <a:xfrm rot="10800000">
                <a:off x="-1" y="3432149"/>
                <a:ext cx="3398419" cy="342584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7" name="Google Shape;237;p8"/>
              <p:cNvCxnSpPr/>
              <p:nvPr/>
            </p:nvCxnSpPr>
            <p:spPr>
              <a:xfrm rot="10800000">
                <a:off x="-1" y="4651431"/>
                <a:ext cx="2196496" cy="2206567"/>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38" name="Google Shape;238;p8"/>
              <p:cNvCxnSpPr/>
              <p:nvPr/>
            </p:nvCxnSpPr>
            <p:spPr>
              <a:xfrm rot="10800000">
                <a:off x="-1" y="5864453"/>
                <a:ext cx="987003" cy="993545"/>
              </a:xfrm>
              <a:prstGeom prst="straightConnector1">
                <a:avLst/>
              </a:prstGeom>
              <a:noFill/>
              <a:ln cap="flat" cmpd="sng" w="9525">
                <a:solidFill>
                  <a:srgbClr val="D8D8D8">
                    <a:alpha val="30196"/>
                  </a:srgbClr>
                </a:solidFill>
                <a:prstDash val="solid"/>
                <a:miter lim="8000"/>
                <a:headEnd len="sm" w="sm" type="none"/>
                <a:tailEnd len="sm" w="sm" type="none"/>
              </a:ln>
            </p:spPr>
          </p:cxnSp>
        </p:grpSp>
        <p:grpSp>
          <p:nvGrpSpPr>
            <p:cNvPr id="239" name="Google Shape;239;p8"/>
            <p:cNvGrpSpPr/>
            <p:nvPr/>
          </p:nvGrpSpPr>
          <p:grpSpPr>
            <a:xfrm flipH="1">
              <a:off x="0" y="0"/>
              <a:ext cx="12192001" cy="6858000"/>
              <a:chOff x="-1" y="0"/>
              <a:chExt cx="12192001" cy="6858000"/>
            </a:xfrm>
          </p:grpSpPr>
          <p:cxnSp>
            <p:nvCxnSpPr>
              <p:cNvPr id="240" name="Google Shape;240;p8"/>
              <p:cNvCxnSpPr/>
              <p:nvPr/>
            </p:nvCxnSpPr>
            <p:spPr>
              <a:xfrm>
                <a:off x="225425"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1" name="Google Shape;241;p8"/>
              <p:cNvCxnSpPr/>
              <p:nvPr/>
            </p:nvCxnSpPr>
            <p:spPr>
              <a:xfrm>
                <a:off x="1449154"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2" name="Google Shape;242;p8"/>
              <p:cNvCxnSpPr/>
              <p:nvPr/>
            </p:nvCxnSpPr>
            <p:spPr>
              <a:xfrm>
                <a:off x="2665982"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3" name="Google Shape;243;p8"/>
              <p:cNvCxnSpPr/>
              <p:nvPr/>
            </p:nvCxnSpPr>
            <p:spPr>
              <a:xfrm>
                <a:off x="3885119"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4" name="Google Shape;244;p8"/>
              <p:cNvCxnSpPr/>
              <p:nvPr/>
            </p:nvCxnSpPr>
            <p:spPr>
              <a:xfrm>
                <a:off x="5106502" y="0"/>
                <a:ext cx="6815931" cy="6858000"/>
              </a:xfrm>
              <a:prstGeom prst="straightConnector1">
                <a:avLst/>
              </a:prstGeom>
              <a:noFill/>
              <a:ln cap="flat" cmpd="sng" w="9525">
                <a:solidFill>
                  <a:srgbClr val="D8D8D8">
                    <a:alpha val="30196"/>
                  </a:srgbClr>
                </a:solidFill>
                <a:prstDash val="solid"/>
                <a:miter lim="8000"/>
                <a:headEnd len="sm" w="sm" type="none"/>
                <a:tailEnd len="sm" w="sm" type="none"/>
              </a:ln>
            </p:spPr>
          </p:cxnSp>
          <p:grpSp>
            <p:nvGrpSpPr>
              <p:cNvPr id="245" name="Google Shape;245;p8"/>
              <p:cNvGrpSpPr/>
              <p:nvPr/>
            </p:nvGrpSpPr>
            <p:grpSpPr>
              <a:xfrm>
                <a:off x="6327885" y="0"/>
                <a:ext cx="5864115" cy="5898673"/>
                <a:chOff x="6327885" y="0"/>
                <a:chExt cx="5864115" cy="5898673"/>
              </a:xfrm>
            </p:grpSpPr>
            <p:cxnSp>
              <p:nvCxnSpPr>
                <p:cNvPr id="246" name="Google Shape;246;p8"/>
                <p:cNvCxnSpPr/>
                <p:nvPr/>
              </p:nvCxnSpPr>
              <p:spPr>
                <a:xfrm>
                  <a:off x="6327885" y="0"/>
                  <a:ext cx="5864115" cy="5898673"/>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7" name="Google Shape;247;p8"/>
                <p:cNvCxnSpPr/>
                <p:nvPr/>
              </p:nvCxnSpPr>
              <p:spPr>
                <a:xfrm>
                  <a:off x="7549268" y="0"/>
                  <a:ext cx="4642732" cy="4672425"/>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8" name="Google Shape;248;p8"/>
                <p:cNvCxnSpPr/>
                <p:nvPr/>
              </p:nvCxnSpPr>
              <p:spPr>
                <a:xfrm>
                  <a:off x="8772997" y="0"/>
                  <a:ext cx="3419003" cy="345674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49" name="Google Shape;249;p8"/>
                <p:cNvCxnSpPr/>
                <p:nvPr/>
              </p:nvCxnSpPr>
              <p:spPr>
                <a:xfrm>
                  <a:off x="9982200" y="0"/>
                  <a:ext cx="2209800" cy="222646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50" name="Google Shape;250;p8"/>
                <p:cNvCxnSpPr/>
                <p:nvPr/>
              </p:nvCxnSpPr>
              <p:spPr>
                <a:xfrm>
                  <a:off x="11199019" y="0"/>
                  <a:ext cx="992981" cy="1002506"/>
                </a:xfrm>
                <a:prstGeom prst="straightConnector1">
                  <a:avLst/>
                </a:prstGeom>
                <a:noFill/>
                <a:ln cap="flat" cmpd="sng" w="9525">
                  <a:solidFill>
                    <a:srgbClr val="D8D8D8">
                      <a:alpha val="30196"/>
                    </a:srgbClr>
                  </a:solidFill>
                  <a:prstDash val="solid"/>
                  <a:miter lim="8000"/>
                  <a:headEnd len="sm" w="sm" type="none"/>
                  <a:tailEnd len="sm" w="sm" type="none"/>
                </a:ln>
              </p:spPr>
            </p:cxnSp>
          </p:grpSp>
          <p:cxnSp>
            <p:nvCxnSpPr>
              <p:cNvPr id="251" name="Google Shape;251;p8"/>
              <p:cNvCxnSpPr/>
              <p:nvPr/>
            </p:nvCxnSpPr>
            <p:spPr>
              <a:xfrm rot="10800000">
                <a:off x="-1" y="1012053"/>
                <a:ext cx="5828811" cy="5845945"/>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52" name="Google Shape;252;p8"/>
              <p:cNvCxnSpPr/>
              <p:nvPr/>
            </p:nvCxnSpPr>
            <p:spPr>
              <a:xfrm rot="10800000">
                <a:off x="-1" y="2227340"/>
                <a:ext cx="4614781" cy="4630658"/>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53" name="Google Shape;253;p8"/>
              <p:cNvCxnSpPr/>
              <p:nvPr/>
            </p:nvCxnSpPr>
            <p:spPr>
              <a:xfrm rot="10800000">
                <a:off x="-1" y="3432149"/>
                <a:ext cx="3398419" cy="3425849"/>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54" name="Google Shape;254;p8"/>
              <p:cNvCxnSpPr/>
              <p:nvPr/>
            </p:nvCxnSpPr>
            <p:spPr>
              <a:xfrm rot="10800000">
                <a:off x="-1" y="4651431"/>
                <a:ext cx="2196496" cy="2206567"/>
              </a:xfrm>
              <a:prstGeom prst="straightConnector1">
                <a:avLst/>
              </a:prstGeom>
              <a:noFill/>
              <a:ln cap="flat" cmpd="sng" w="9525">
                <a:solidFill>
                  <a:srgbClr val="D8D8D8">
                    <a:alpha val="30196"/>
                  </a:srgbClr>
                </a:solidFill>
                <a:prstDash val="solid"/>
                <a:miter lim="8000"/>
                <a:headEnd len="sm" w="sm" type="none"/>
                <a:tailEnd len="sm" w="sm" type="none"/>
              </a:ln>
            </p:spPr>
          </p:cxnSp>
          <p:cxnSp>
            <p:nvCxnSpPr>
              <p:cNvPr id="255" name="Google Shape;255;p8"/>
              <p:cNvCxnSpPr/>
              <p:nvPr/>
            </p:nvCxnSpPr>
            <p:spPr>
              <a:xfrm rot="10800000">
                <a:off x="-1" y="5864453"/>
                <a:ext cx="987003" cy="993545"/>
              </a:xfrm>
              <a:prstGeom prst="straightConnector1">
                <a:avLst/>
              </a:prstGeom>
              <a:noFill/>
              <a:ln cap="flat" cmpd="sng" w="9525">
                <a:solidFill>
                  <a:srgbClr val="D8D8D8">
                    <a:alpha val="30196"/>
                  </a:srgbClr>
                </a:solidFill>
                <a:prstDash val="solid"/>
                <a:miter lim="8000"/>
                <a:headEnd len="sm" w="sm" type="none"/>
                <a:tailEnd len="sm" w="sm" type="none"/>
              </a:ln>
            </p:spPr>
          </p:cxnSp>
        </p:grpSp>
      </p:grpSp>
      <p:sp>
        <p:nvSpPr>
          <p:cNvPr id="256" name="Google Shape;256;p8"/>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7" name="Google Shape;257;p8"/>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8" name="Google Shape;258;p8"/>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showMasterSp="0" type="objTx">
  <p:cSld name="OBJECT_WITH_CAPTION_TEXT">
    <p:bg>
      <p:bgPr>
        <a:gradFill>
          <a:gsLst>
            <a:gs pos="0">
              <a:schemeClr val="accent1"/>
            </a:gs>
            <a:gs pos="100000">
              <a:srgbClr val="297694"/>
            </a:gs>
          </a:gsLst>
          <a:path path="circle">
            <a:fillToRect b="50%" l="50%" r="50%" t="50%"/>
          </a:path>
          <a:tileRect/>
        </a:gradFill>
      </p:bgPr>
    </p:bg>
    <p:spTree>
      <p:nvGrpSpPr>
        <p:cNvPr id="259" name="Shape 259"/>
        <p:cNvGrpSpPr/>
        <p:nvPr/>
      </p:nvGrpSpPr>
      <p:grpSpPr>
        <a:xfrm>
          <a:off x="0" y="0"/>
          <a:ext cx="0" cy="0"/>
          <a:chOff x="0" y="0"/>
          <a:chExt cx="0" cy="0"/>
        </a:xfrm>
      </p:grpSpPr>
      <p:grpSp>
        <p:nvGrpSpPr>
          <p:cNvPr id="260" name="Google Shape;260;p9"/>
          <p:cNvGrpSpPr/>
          <p:nvPr/>
        </p:nvGrpSpPr>
        <p:grpSpPr>
          <a:xfrm>
            <a:off x="-1" y="0"/>
            <a:ext cx="12192002" cy="6858000"/>
            <a:chOff x="-1" y="0"/>
            <a:chExt cx="12192002" cy="6858000"/>
          </a:xfrm>
        </p:grpSpPr>
        <p:cxnSp>
          <p:nvCxnSpPr>
            <p:cNvPr id="261" name="Google Shape;261;p9"/>
            <p:cNvCxnSpPr/>
            <p:nvPr/>
          </p:nvCxnSpPr>
          <p:spPr>
            <a:xfrm>
              <a:off x="61019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2" name="Google Shape;262;p9"/>
            <p:cNvCxnSpPr/>
            <p:nvPr/>
          </p:nvCxnSpPr>
          <p:spPr>
            <a:xfrm>
              <a:off x="182933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3" name="Google Shape;263;p9"/>
            <p:cNvCxnSpPr/>
            <p:nvPr/>
          </p:nvCxnSpPr>
          <p:spPr>
            <a:xfrm>
              <a:off x="304847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4" name="Google Shape;264;p9"/>
            <p:cNvCxnSpPr/>
            <p:nvPr/>
          </p:nvCxnSpPr>
          <p:spPr>
            <a:xfrm>
              <a:off x="426760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5" name="Google Shape;265;p9"/>
            <p:cNvCxnSpPr/>
            <p:nvPr/>
          </p:nvCxnSpPr>
          <p:spPr>
            <a:xfrm>
              <a:off x="548674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6" name="Google Shape;266;p9"/>
            <p:cNvCxnSpPr/>
            <p:nvPr/>
          </p:nvCxnSpPr>
          <p:spPr>
            <a:xfrm>
              <a:off x="670588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7" name="Google Shape;267;p9"/>
            <p:cNvCxnSpPr/>
            <p:nvPr/>
          </p:nvCxnSpPr>
          <p:spPr>
            <a:xfrm>
              <a:off x="792502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8" name="Google Shape;268;p9"/>
            <p:cNvCxnSpPr/>
            <p:nvPr/>
          </p:nvCxnSpPr>
          <p:spPr>
            <a:xfrm>
              <a:off x="914416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69" name="Google Shape;269;p9"/>
            <p:cNvCxnSpPr/>
            <p:nvPr/>
          </p:nvCxnSpPr>
          <p:spPr>
            <a:xfrm>
              <a:off x="1036329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0" name="Google Shape;270;p9"/>
            <p:cNvCxnSpPr/>
            <p:nvPr/>
          </p:nvCxnSpPr>
          <p:spPr>
            <a:xfrm>
              <a:off x="1158243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1" name="Google Shape;271;p9"/>
            <p:cNvCxnSpPr/>
            <p:nvPr/>
          </p:nvCxnSpPr>
          <p:spPr>
            <a:xfrm>
              <a:off x="2819" y="38648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2" name="Google Shape;272;p9"/>
            <p:cNvCxnSpPr/>
            <p:nvPr/>
          </p:nvCxnSpPr>
          <p:spPr>
            <a:xfrm>
              <a:off x="2819" y="1611181"/>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3" name="Google Shape;273;p9"/>
            <p:cNvCxnSpPr/>
            <p:nvPr/>
          </p:nvCxnSpPr>
          <p:spPr>
            <a:xfrm>
              <a:off x="2819" y="2835877"/>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4" name="Google Shape;274;p9"/>
            <p:cNvCxnSpPr/>
            <p:nvPr/>
          </p:nvCxnSpPr>
          <p:spPr>
            <a:xfrm>
              <a:off x="2819" y="4060573"/>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5" name="Google Shape;275;p9"/>
            <p:cNvCxnSpPr/>
            <p:nvPr/>
          </p:nvCxnSpPr>
          <p:spPr>
            <a:xfrm>
              <a:off x="2819" y="5285269"/>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6" name="Google Shape;276;p9"/>
            <p:cNvCxnSpPr/>
            <p:nvPr/>
          </p:nvCxnSpPr>
          <p:spPr>
            <a:xfrm>
              <a:off x="2819" y="650996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277" name="Google Shape;277;p9"/>
            <p:cNvGrpSpPr/>
            <p:nvPr/>
          </p:nvGrpSpPr>
          <p:grpSpPr>
            <a:xfrm>
              <a:off x="-1" y="0"/>
              <a:ext cx="12192001" cy="6858000"/>
              <a:chOff x="-1" y="0"/>
              <a:chExt cx="12192001" cy="6858000"/>
            </a:xfrm>
          </p:grpSpPr>
          <p:cxnSp>
            <p:nvCxnSpPr>
              <p:cNvPr id="278" name="Google Shape;278;p9"/>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79" name="Google Shape;279;p9"/>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0" name="Google Shape;280;p9"/>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1" name="Google Shape;281;p9"/>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2" name="Google Shape;282;p9"/>
              <p:cNvCxnSpPr/>
              <p:nvPr/>
            </p:nvCxnSpPr>
            <p:spPr>
              <a:xfrm>
                <a:off x="510650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283" name="Google Shape;283;p9"/>
              <p:cNvGrpSpPr/>
              <p:nvPr/>
            </p:nvGrpSpPr>
            <p:grpSpPr>
              <a:xfrm>
                <a:off x="6327885" y="0"/>
                <a:ext cx="5864115" cy="5898673"/>
                <a:chOff x="6327885" y="0"/>
                <a:chExt cx="5864115" cy="5898673"/>
              </a:xfrm>
            </p:grpSpPr>
            <p:cxnSp>
              <p:nvCxnSpPr>
                <p:cNvPr id="284" name="Google Shape;284;p9"/>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5" name="Google Shape;285;p9"/>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6" name="Google Shape;286;p9"/>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7" name="Google Shape;287;p9"/>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88" name="Google Shape;288;p9"/>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289" name="Google Shape;289;p9"/>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0" name="Google Shape;290;p9"/>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1" name="Google Shape;291;p9"/>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2" name="Google Shape;292;p9"/>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3" name="Google Shape;293;p9"/>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nvGrpSpPr>
            <p:cNvPr id="294" name="Google Shape;294;p9"/>
            <p:cNvGrpSpPr/>
            <p:nvPr/>
          </p:nvGrpSpPr>
          <p:grpSpPr>
            <a:xfrm flipH="1">
              <a:off x="0" y="0"/>
              <a:ext cx="12192001" cy="6858000"/>
              <a:chOff x="-1" y="0"/>
              <a:chExt cx="12192001" cy="6858000"/>
            </a:xfrm>
          </p:grpSpPr>
          <p:cxnSp>
            <p:nvCxnSpPr>
              <p:cNvPr id="295" name="Google Shape;295;p9"/>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6" name="Google Shape;296;p9"/>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7" name="Google Shape;297;p9"/>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8" name="Google Shape;298;p9"/>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299" name="Google Shape;299;p9"/>
              <p:cNvCxnSpPr/>
              <p:nvPr/>
            </p:nvCxnSpPr>
            <p:spPr>
              <a:xfrm>
                <a:off x="515064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300" name="Google Shape;300;p9"/>
              <p:cNvGrpSpPr/>
              <p:nvPr/>
            </p:nvGrpSpPr>
            <p:grpSpPr>
              <a:xfrm>
                <a:off x="6327885" y="0"/>
                <a:ext cx="5864115" cy="5898673"/>
                <a:chOff x="6327885" y="0"/>
                <a:chExt cx="5864115" cy="5898673"/>
              </a:xfrm>
            </p:grpSpPr>
            <p:cxnSp>
              <p:nvCxnSpPr>
                <p:cNvPr id="301" name="Google Shape;301;p9"/>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2" name="Google Shape;302;p9"/>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3" name="Google Shape;303;p9"/>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4" name="Google Shape;304;p9"/>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5" name="Google Shape;305;p9"/>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306" name="Google Shape;306;p9"/>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7" name="Google Shape;307;p9"/>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8" name="Google Shape;308;p9"/>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09" name="Google Shape;309;p9"/>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10" name="Google Shape;310;p9"/>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sp>
        <p:nvSpPr>
          <p:cNvPr id="311" name="Google Shape;311;p9"/>
          <p:cNvSpPr/>
          <p:nvPr/>
        </p:nvSpPr>
        <p:spPr>
          <a:xfrm>
            <a:off x="0" y="0"/>
            <a:ext cx="7315200" cy="6858000"/>
          </a:xfrm>
          <a:prstGeom prst="rect">
            <a:avLst/>
          </a:prstGeom>
          <a:gradFill>
            <a:gsLst>
              <a:gs pos="0">
                <a:schemeClr val="lt1"/>
              </a:gs>
              <a:gs pos="69000">
                <a:schemeClr val="lt1"/>
              </a:gs>
              <a:gs pos="100000">
                <a:srgbClr val="F2F2F2"/>
              </a:gs>
            </a:gsLst>
            <a:path path="circle">
              <a:fillToRect b="50%" l="50%" r="50%" t="50%"/>
            </a:path>
            <a:tileRect/>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12" name="Google Shape;312;p9"/>
          <p:cNvSpPr txBox="1"/>
          <p:nvPr>
            <p:ph type="title"/>
          </p:nvPr>
        </p:nvSpPr>
        <p:spPr>
          <a:xfrm>
            <a:off x="7913152" y="571500"/>
            <a:ext cx="3657600" cy="21971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2600"/>
              <a:buFont typeface="Arial"/>
              <a:buNone/>
              <a:defRPr sz="2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3" name="Google Shape;313;p9"/>
          <p:cNvSpPr txBox="1"/>
          <p:nvPr>
            <p:ph idx="1" type="body"/>
          </p:nvPr>
        </p:nvSpPr>
        <p:spPr>
          <a:xfrm>
            <a:off x="543197" y="571500"/>
            <a:ext cx="6217920" cy="5715000"/>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800"/>
              </a:spcBef>
              <a:spcAft>
                <a:spcPts val="0"/>
              </a:spcAft>
              <a:buSzPts val="2000"/>
              <a:buChar char="▪"/>
              <a:defRPr sz="2000"/>
            </a:lvl1pPr>
            <a:lvl2pPr indent="-342900" lvl="1" marL="914400" algn="l">
              <a:lnSpc>
                <a:spcPct val="90000"/>
              </a:lnSpc>
              <a:spcBef>
                <a:spcPts val="1200"/>
              </a:spcBef>
              <a:spcAft>
                <a:spcPts val="0"/>
              </a:spcAft>
              <a:buSzPts val="1800"/>
              <a:buChar char="▪"/>
              <a:defRPr sz="1800"/>
            </a:lvl2pPr>
            <a:lvl3pPr indent="-330200" lvl="2" marL="1371600" algn="l">
              <a:lnSpc>
                <a:spcPct val="90000"/>
              </a:lnSpc>
              <a:spcBef>
                <a:spcPts val="800"/>
              </a:spcBef>
              <a:spcAft>
                <a:spcPts val="0"/>
              </a:spcAft>
              <a:buSzPts val="1600"/>
              <a:buChar char="▪"/>
              <a:defRPr sz="1600"/>
            </a:lvl3pPr>
            <a:lvl4pPr indent="-317500" lvl="3" marL="1828800" algn="l">
              <a:lnSpc>
                <a:spcPct val="90000"/>
              </a:lnSpc>
              <a:spcBef>
                <a:spcPts val="800"/>
              </a:spcBef>
              <a:spcAft>
                <a:spcPts val="0"/>
              </a:spcAft>
              <a:buSzPts val="1400"/>
              <a:buChar char="▪"/>
              <a:defRPr sz="1400"/>
            </a:lvl4pPr>
            <a:lvl5pPr indent="-317500" lvl="4" marL="2286000" algn="l">
              <a:lnSpc>
                <a:spcPct val="90000"/>
              </a:lnSpc>
              <a:spcBef>
                <a:spcPts val="600"/>
              </a:spcBef>
              <a:spcAft>
                <a:spcPts val="0"/>
              </a:spcAft>
              <a:buSzPts val="1400"/>
              <a:buChar char="▪"/>
              <a:defRPr sz="1400"/>
            </a:lvl5pPr>
            <a:lvl6pPr indent="-355600" lvl="5" marL="2743200" algn="l">
              <a:lnSpc>
                <a:spcPct val="90000"/>
              </a:lnSpc>
              <a:spcBef>
                <a:spcPts val="600"/>
              </a:spcBef>
              <a:spcAft>
                <a:spcPts val="0"/>
              </a:spcAft>
              <a:buSzPts val="2000"/>
              <a:buChar char="▪"/>
              <a:defRPr sz="2000"/>
            </a:lvl6pPr>
            <a:lvl7pPr indent="-355600" lvl="6" marL="3200400" algn="l">
              <a:lnSpc>
                <a:spcPct val="90000"/>
              </a:lnSpc>
              <a:spcBef>
                <a:spcPts val="600"/>
              </a:spcBef>
              <a:spcAft>
                <a:spcPts val="0"/>
              </a:spcAft>
              <a:buSzPts val="2000"/>
              <a:buChar char="▪"/>
              <a:defRPr sz="2000"/>
            </a:lvl7pPr>
            <a:lvl8pPr indent="-355600" lvl="7" marL="3657600" algn="l">
              <a:lnSpc>
                <a:spcPct val="90000"/>
              </a:lnSpc>
              <a:spcBef>
                <a:spcPts val="600"/>
              </a:spcBef>
              <a:spcAft>
                <a:spcPts val="0"/>
              </a:spcAft>
              <a:buSzPts val="2000"/>
              <a:buChar char="▪"/>
              <a:defRPr sz="2000"/>
            </a:lvl8pPr>
            <a:lvl9pPr indent="-228600" lvl="8" marL="4114800" algn="l">
              <a:lnSpc>
                <a:spcPct val="90000"/>
              </a:lnSpc>
              <a:spcBef>
                <a:spcPts val="600"/>
              </a:spcBef>
              <a:spcAft>
                <a:spcPts val="0"/>
              </a:spcAft>
              <a:buSzPts val="2000"/>
              <a:buNone/>
              <a:defRPr sz="2000"/>
            </a:lvl9pPr>
          </a:lstStyle>
          <a:p/>
        </p:txBody>
      </p:sp>
      <p:sp>
        <p:nvSpPr>
          <p:cNvPr id="314" name="Google Shape;314;p9"/>
          <p:cNvSpPr txBox="1"/>
          <p:nvPr>
            <p:ph idx="2" type="body"/>
          </p:nvPr>
        </p:nvSpPr>
        <p:spPr>
          <a:xfrm>
            <a:off x="7913152" y="2995012"/>
            <a:ext cx="3657600" cy="22859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200"/>
              </a:spcBef>
              <a:spcAft>
                <a:spcPts val="0"/>
              </a:spcAft>
              <a:buSzPts val="1600"/>
              <a:buNone/>
              <a:defRPr sz="1600">
                <a:solidFill>
                  <a:schemeClr val="lt1"/>
                </a:solidFill>
              </a:defRPr>
            </a:lvl1pPr>
            <a:lvl2pPr indent="-228600" lvl="1" marL="914400" algn="l">
              <a:lnSpc>
                <a:spcPct val="90000"/>
              </a:lnSpc>
              <a:spcBef>
                <a:spcPts val="1200"/>
              </a:spcBef>
              <a:spcAft>
                <a:spcPts val="0"/>
              </a:spcAft>
              <a:buSzPts val="1400"/>
              <a:buNone/>
              <a:defRPr sz="1400"/>
            </a:lvl2pPr>
            <a:lvl3pPr indent="-228600" lvl="2" marL="1371600" algn="l">
              <a:lnSpc>
                <a:spcPct val="90000"/>
              </a:lnSpc>
              <a:spcBef>
                <a:spcPts val="800"/>
              </a:spcBef>
              <a:spcAft>
                <a:spcPts val="0"/>
              </a:spcAft>
              <a:buSzPts val="1200"/>
              <a:buNone/>
              <a:defRPr sz="1200"/>
            </a:lvl3pPr>
            <a:lvl4pPr indent="-228600" lvl="3" marL="1828800" algn="l">
              <a:lnSpc>
                <a:spcPct val="90000"/>
              </a:lnSpc>
              <a:spcBef>
                <a:spcPts val="800"/>
              </a:spcBef>
              <a:spcAft>
                <a:spcPts val="0"/>
              </a:spcAft>
              <a:buSzPts val="1000"/>
              <a:buNone/>
              <a:defRPr sz="1000"/>
            </a:lvl4pPr>
            <a:lvl5pPr indent="-228600" lvl="4" marL="2286000" algn="l">
              <a:lnSpc>
                <a:spcPct val="90000"/>
              </a:lnSpc>
              <a:spcBef>
                <a:spcPts val="600"/>
              </a:spcBef>
              <a:spcAft>
                <a:spcPts val="0"/>
              </a:spcAft>
              <a:buSzPts val="1000"/>
              <a:buNone/>
              <a:defRPr sz="1000"/>
            </a:lvl5pPr>
            <a:lvl6pPr indent="-228600" lvl="5" marL="2743200" algn="l">
              <a:lnSpc>
                <a:spcPct val="90000"/>
              </a:lnSpc>
              <a:spcBef>
                <a:spcPts val="600"/>
              </a:spcBef>
              <a:spcAft>
                <a:spcPts val="0"/>
              </a:spcAft>
              <a:buSzPts val="1000"/>
              <a:buNone/>
              <a:defRPr sz="1000"/>
            </a:lvl6pPr>
            <a:lvl7pPr indent="-228600" lvl="6" marL="3200400" algn="l">
              <a:lnSpc>
                <a:spcPct val="90000"/>
              </a:lnSpc>
              <a:spcBef>
                <a:spcPts val="600"/>
              </a:spcBef>
              <a:spcAft>
                <a:spcPts val="0"/>
              </a:spcAft>
              <a:buSzPts val="1000"/>
              <a:buNone/>
              <a:defRPr sz="1000"/>
            </a:lvl7pPr>
            <a:lvl8pPr indent="-228600" lvl="7" marL="3657600" algn="l">
              <a:lnSpc>
                <a:spcPct val="90000"/>
              </a:lnSpc>
              <a:spcBef>
                <a:spcPts val="600"/>
              </a:spcBef>
              <a:spcAft>
                <a:spcPts val="0"/>
              </a:spcAft>
              <a:buSzPts val="1000"/>
              <a:buNone/>
              <a:defRPr sz="1000"/>
            </a:lvl8pPr>
            <a:lvl9pPr indent="-228600" lvl="8" marL="4114800" algn="l">
              <a:lnSpc>
                <a:spcPct val="90000"/>
              </a:lnSpc>
              <a:spcBef>
                <a:spcPts val="600"/>
              </a:spcBef>
              <a:spcAft>
                <a:spcPts val="0"/>
              </a:spcAft>
              <a:buSzPts val="1000"/>
              <a:buNone/>
              <a:defRPr sz="1000"/>
            </a:lvl9pPr>
          </a:lstStyle>
          <a:p/>
        </p:txBody>
      </p:sp>
      <p:cxnSp>
        <p:nvCxnSpPr>
          <p:cNvPr id="315" name="Google Shape;315;p9"/>
          <p:cNvCxnSpPr/>
          <p:nvPr/>
        </p:nvCxnSpPr>
        <p:spPr>
          <a:xfrm>
            <a:off x="7923089" y="2895600"/>
            <a:ext cx="3659311" cy="0"/>
          </a:xfrm>
          <a:prstGeom prst="straightConnector1">
            <a:avLst/>
          </a:prstGeom>
          <a:noFill/>
          <a:ln cap="flat" cmpd="sng" w="19050">
            <a:solidFill>
              <a:schemeClr val="lt1"/>
            </a:solidFill>
            <a:prstDash val="solid"/>
            <a:miter lim="8000"/>
            <a:headEnd len="sm" w="sm" type="none"/>
            <a:tailEnd len="sm" w="sm" type="none"/>
          </a:ln>
        </p:spPr>
      </p:cxnSp>
      <p:sp>
        <p:nvSpPr>
          <p:cNvPr id="316" name="Google Shape;316;p9"/>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7" name="Google Shape;317;p9"/>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8" name="Google Shape;318;p9"/>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100">
                <a:solidFill>
                  <a:schemeClr val="lt1"/>
                </a:solidFill>
                <a:latin typeface="Arial"/>
                <a:ea typeface="Arial"/>
                <a:cs typeface="Arial"/>
                <a:sym typeface="Arial"/>
              </a:defRPr>
            </a:lvl1pPr>
            <a:lvl2pPr indent="0" lvl="1" marL="0" algn="r">
              <a:spcBef>
                <a:spcPts val="0"/>
              </a:spcBef>
              <a:buNone/>
              <a:defRPr sz="1100">
                <a:solidFill>
                  <a:schemeClr val="lt1"/>
                </a:solidFill>
                <a:latin typeface="Arial"/>
                <a:ea typeface="Arial"/>
                <a:cs typeface="Arial"/>
                <a:sym typeface="Arial"/>
              </a:defRPr>
            </a:lvl2pPr>
            <a:lvl3pPr indent="0" lvl="2" marL="0" algn="r">
              <a:spcBef>
                <a:spcPts val="0"/>
              </a:spcBef>
              <a:buNone/>
              <a:defRPr sz="1100">
                <a:solidFill>
                  <a:schemeClr val="lt1"/>
                </a:solidFill>
                <a:latin typeface="Arial"/>
                <a:ea typeface="Arial"/>
                <a:cs typeface="Arial"/>
                <a:sym typeface="Arial"/>
              </a:defRPr>
            </a:lvl3pPr>
            <a:lvl4pPr indent="0" lvl="3" marL="0" algn="r">
              <a:spcBef>
                <a:spcPts val="0"/>
              </a:spcBef>
              <a:buNone/>
              <a:defRPr sz="1100">
                <a:solidFill>
                  <a:schemeClr val="lt1"/>
                </a:solidFill>
                <a:latin typeface="Arial"/>
                <a:ea typeface="Arial"/>
                <a:cs typeface="Arial"/>
                <a:sym typeface="Arial"/>
              </a:defRPr>
            </a:lvl4pPr>
            <a:lvl5pPr indent="0" lvl="4" marL="0" algn="r">
              <a:spcBef>
                <a:spcPts val="0"/>
              </a:spcBef>
              <a:buNone/>
              <a:defRPr sz="1100">
                <a:solidFill>
                  <a:schemeClr val="lt1"/>
                </a:solidFill>
                <a:latin typeface="Arial"/>
                <a:ea typeface="Arial"/>
                <a:cs typeface="Arial"/>
                <a:sym typeface="Arial"/>
              </a:defRPr>
            </a:lvl5pPr>
            <a:lvl6pPr indent="0" lvl="5" marL="0" algn="r">
              <a:spcBef>
                <a:spcPts val="0"/>
              </a:spcBef>
              <a:buNone/>
              <a:defRPr sz="1100">
                <a:solidFill>
                  <a:schemeClr val="lt1"/>
                </a:solidFill>
                <a:latin typeface="Arial"/>
                <a:ea typeface="Arial"/>
                <a:cs typeface="Arial"/>
                <a:sym typeface="Arial"/>
              </a:defRPr>
            </a:lvl6pPr>
            <a:lvl7pPr indent="0" lvl="6" marL="0" algn="r">
              <a:spcBef>
                <a:spcPts val="0"/>
              </a:spcBef>
              <a:buNone/>
              <a:defRPr sz="1100">
                <a:solidFill>
                  <a:schemeClr val="lt1"/>
                </a:solidFill>
                <a:latin typeface="Arial"/>
                <a:ea typeface="Arial"/>
                <a:cs typeface="Arial"/>
                <a:sym typeface="Arial"/>
              </a:defRPr>
            </a:lvl7pPr>
            <a:lvl8pPr indent="0" lvl="7" marL="0" algn="r">
              <a:spcBef>
                <a:spcPts val="0"/>
              </a:spcBef>
              <a:buNone/>
              <a:defRPr sz="1100">
                <a:solidFill>
                  <a:schemeClr val="lt1"/>
                </a:solidFill>
                <a:latin typeface="Arial"/>
                <a:ea typeface="Arial"/>
                <a:cs typeface="Arial"/>
                <a:sym typeface="Arial"/>
              </a:defRPr>
            </a:lvl8pPr>
            <a:lvl9pPr indent="0" lvl="8" marL="0" algn="r">
              <a:spcBef>
                <a:spcPts val="0"/>
              </a:spcBef>
              <a:buNone/>
              <a:defRPr sz="1100">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bg>
      <p:bgPr>
        <a:gradFill>
          <a:gsLst>
            <a:gs pos="0">
              <a:schemeClr val="accent1"/>
            </a:gs>
            <a:gs pos="100000">
              <a:srgbClr val="297694"/>
            </a:gs>
          </a:gsLst>
          <a:path path="circle">
            <a:fillToRect b="50%" l="50%" r="50%" t="50%"/>
          </a:path>
          <a:tileRect/>
        </a:gradFill>
      </p:bgPr>
    </p:bg>
    <p:spTree>
      <p:nvGrpSpPr>
        <p:cNvPr id="319" name="Shape 319"/>
        <p:cNvGrpSpPr/>
        <p:nvPr/>
      </p:nvGrpSpPr>
      <p:grpSpPr>
        <a:xfrm>
          <a:off x="0" y="0"/>
          <a:ext cx="0" cy="0"/>
          <a:chOff x="0" y="0"/>
          <a:chExt cx="0" cy="0"/>
        </a:xfrm>
      </p:grpSpPr>
      <p:grpSp>
        <p:nvGrpSpPr>
          <p:cNvPr id="320" name="Google Shape;320;p10"/>
          <p:cNvGrpSpPr/>
          <p:nvPr/>
        </p:nvGrpSpPr>
        <p:grpSpPr>
          <a:xfrm>
            <a:off x="-1" y="0"/>
            <a:ext cx="12192002" cy="6858000"/>
            <a:chOff x="-1" y="0"/>
            <a:chExt cx="12192002" cy="6858000"/>
          </a:xfrm>
        </p:grpSpPr>
        <p:cxnSp>
          <p:nvCxnSpPr>
            <p:cNvPr id="321" name="Google Shape;321;p10"/>
            <p:cNvCxnSpPr/>
            <p:nvPr/>
          </p:nvCxnSpPr>
          <p:spPr>
            <a:xfrm>
              <a:off x="61019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2" name="Google Shape;322;p10"/>
            <p:cNvCxnSpPr/>
            <p:nvPr/>
          </p:nvCxnSpPr>
          <p:spPr>
            <a:xfrm>
              <a:off x="182933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3" name="Google Shape;323;p10"/>
            <p:cNvCxnSpPr/>
            <p:nvPr/>
          </p:nvCxnSpPr>
          <p:spPr>
            <a:xfrm>
              <a:off x="304847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4" name="Google Shape;324;p10"/>
            <p:cNvCxnSpPr/>
            <p:nvPr/>
          </p:nvCxnSpPr>
          <p:spPr>
            <a:xfrm>
              <a:off x="426760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5" name="Google Shape;325;p10"/>
            <p:cNvCxnSpPr/>
            <p:nvPr/>
          </p:nvCxnSpPr>
          <p:spPr>
            <a:xfrm>
              <a:off x="548674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6" name="Google Shape;326;p10"/>
            <p:cNvCxnSpPr/>
            <p:nvPr/>
          </p:nvCxnSpPr>
          <p:spPr>
            <a:xfrm>
              <a:off x="6705884"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7" name="Google Shape;327;p10"/>
            <p:cNvCxnSpPr/>
            <p:nvPr/>
          </p:nvCxnSpPr>
          <p:spPr>
            <a:xfrm>
              <a:off x="7925022"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8" name="Google Shape;328;p10"/>
            <p:cNvCxnSpPr/>
            <p:nvPr/>
          </p:nvCxnSpPr>
          <p:spPr>
            <a:xfrm>
              <a:off x="9144160"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29" name="Google Shape;329;p10"/>
            <p:cNvCxnSpPr/>
            <p:nvPr/>
          </p:nvCxnSpPr>
          <p:spPr>
            <a:xfrm>
              <a:off x="10363298"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0" name="Google Shape;330;p10"/>
            <p:cNvCxnSpPr/>
            <p:nvPr/>
          </p:nvCxnSpPr>
          <p:spPr>
            <a:xfrm>
              <a:off x="11582436" y="0"/>
              <a:ext cx="0"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1" name="Google Shape;331;p10"/>
            <p:cNvCxnSpPr/>
            <p:nvPr/>
          </p:nvCxnSpPr>
          <p:spPr>
            <a:xfrm>
              <a:off x="2819" y="38648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2" name="Google Shape;332;p10"/>
            <p:cNvCxnSpPr/>
            <p:nvPr/>
          </p:nvCxnSpPr>
          <p:spPr>
            <a:xfrm>
              <a:off x="2819" y="1611181"/>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3" name="Google Shape;333;p10"/>
            <p:cNvCxnSpPr/>
            <p:nvPr/>
          </p:nvCxnSpPr>
          <p:spPr>
            <a:xfrm>
              <a:off x="2819" y="2835877"/>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4" name="Google Shape;334;p10"/>
            <p:cNvCxnSpPr/>
            <p:nvPr/>
          </p:nvCxnSpPr>
          <p:spPr>
            <a:xfrm>
              <a:off x="2819" y="4060573"/>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5" name="Google Shape;335;p10"/>
            <p:cNvCxnSpPr/>
            <p:nvPr/>
          </p:nvCxnSpPr>
          <p:spPr>
            <a:xfrm>
              <a:off x="2819" y="5285269"/>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6" name="Google Shape;336;p10"/>
            <p:cNvCxnSpPr/>
            <p:nvPr/>
          </p:nvCxnSpPr>
          <p:spPr>
            <a:xfrm>
              <a:off x="2819" y="6509965"/>
              <a:ext cx="12188952" cy="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337" name="Google Shape;337;p10"/>
            <p:cNvGrpSpPr/>
            <p:nvPr/>
          </p:nvGrpSpPr>
          <p:grpSpPr>
            <a:xfrm>
              <a:off x="-1" y="0"/>
              <a:ext cx="12192001" cy="6858000"/>
              <a:chOff x="-1" y="0"/>
              <a:chExt cx="12192001" cy="6858000"/>
            </a:xfrm>
          </p:grpSpPr>
          <p:cxnSp>
            <p:nvCxnSpPr>
              <p:cNvPr id="338" name="Google Shape;338;p10"/>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39" name="Google Shape;339;p10"/>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0" name="Google Shape;340;p10"/>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1" name="Google Shape;341;p10"/>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2" name="Google Shape;342;p10"/>
              <p:cNvCxnSpPr/>
              <p:nvPr/>
            </p:nvCxnSpPr>
            <p:spPr>
              <a:xfrm>
                <a:off x="510650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343" name="Google Shape;343;p10"/>
              <p:cNvGrpSpPr/>
              <p:nvPr/>
            </p:nvGrpSpPr>
            <p:grpSpPr>
              <a:xfrm>
                <a:off x="6327885" y="0"/>
                <a:ext cx="5864115" cy="5898673"/>
                <a:chOff x="6327885" y="0"/>
                <a:chExt cx="5864115" cy="5898673"/>
              </a:xfrm>
            </p:grpSpPr>
            <p:cxnSp>
              <p:nvCxnSpPr>
                <p:cNvPr id="344" name="Google Shape;344;p10"/>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5" name="Google Shape;345;p10"/>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6" name="Google Shape;346;p10"/>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7" name="Google Shape;347;p10"/>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48" name="Google Shape;348;p10"/>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349" name="Google Shape;349;p10"/>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0" name="Google Shape;350;p10"/>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1" name="Google Shape;351;p10"/>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2" name="Google Shape;352;p10"/>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3" name="Google Shape;353;p10"/>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nvGrpSpPr>
            <p:cNvPr id="354" name="Google Shape;354;p10"/>
            <p:cNvGrpSpPr/>
            <p:nvPr/>
          </p:nvGrpSpPr>
          <p:grpSpPr>
            <a:xfrm flipH="1">
              <a:off x="0" y="0"/>
              <a:ext cx="12192001" cy="6858000"/>
              <a:chOff x="-1" y="0"/>
              <a:chExt cx="12192001" cy="6858000"/>
            </a:xfrm>
          </p:grpSpPr>
          <p:cxnSp>
            <p:nvCxnSpPr>
              <p:cNvPr id="355" name="Google Shape;355;p10"/>
              <p:cNvCxnSpPr/>
              <p:nvPr/>
            </p:nvCxnSpPr>
            <p:spPr>
              <a:xfrm>
                <a:off x="225425"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6" name="Google Shape;356;p10"/>
              <p:cNvCxnSpPr/>
              <p:nvPr/>
            </p:nvCxnSpPr>
            <p:spPr>
              <a:xfrm>
                <a:off x="144915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7" name="Google Shape;357;p10"/>
              <p:cNvCxnSpPr/>
              <p:nvPr/>
            </p:nvCxnSpPr>
            <p:spPr>
              <a:xfrm>
                <a:off x="2665982"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8" name="Google Shape;358;p10"/>
              <p:cNvCxnSpPr/>
              <p:nvPr/>
            </p:nvCxnSpPr>
            <p:spPr>
              <a:xfrm>
                <a:off x="3885119"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59" name="Google Shape;359;p10"/>
              <p:cNvCxnSpPr/>
              <p:nvPr/>
            </p:nvCxnSpPr>
            <p:spPr>
              <a:xfrm>
                <a:off x="5150644" y="0"/>
                <a:ext cx="6815931" cy="6858000"/>
              </a:xfrm>
              <a:prstGeom prst="straightConnector1">
                <a:avLst/>
              </a:prstGeom>
              <a:noFill/>
              <a:ln cap="flat" cmpd="sng" w="9525">
                <a:solidFill>
                  <a:srgbClr val="276E8B">
                    <a:alpha val="25098"/>
                  </a:srgbClr>
                </a:solidFill>
                <a:prstDash val="solid"/>
                <a:miter lim="8000"/>
                <a:headEnd len="sm" w="sm" type="none"/>
                <a:tailEnd len="sm" w="sm" type="none"/>
              </a:ln>
            </p:spPr>
          </p:cxnSp>
          <p:grpSp>
            <p:nvGrpSpPr>
              <p:cNvPr id="360" name="Google Shape;360;p10"/>
              <p:cNvGrpSpPr/>
              <p:nvPr/>
            </p:nvGrpSpPr>
            <p:grpSpPr>
              <a:xfrm>
                <a:off x="6327885" y="0"/>
                <a:ext cx="5864115" cy="5898673"/>
                <a:chOff x="6327885" y="0"/>
                <a:chExt cx="5864115" cy="5898673"/>
              </a:xfrm>
            </p:grpSpPr>
            <p:cxnSp>
              <p:nvCxnSpPr>
                <p:cNvPr id="361" name="Google Shape;361;p10"/>
                <p:cNvCxnSpPr/>
                <p:nvPr/>
              </p:nvCxnSpPr>
              <p:spPr>
                <a:xfrm>
                  <a:off x="6327885" y="0"/>
                  <a:ext cx="5864115" cy="5898673"/>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2" name="Google Shape;362;p10"/>
                <p:cNvCxnSpPr/>
                <p:nvPr/>
              </p:nvCxnSpPr>
              <p:spPr>
                <a:xfrm>
                  <a:off x="7549268" y="0"/>
                  <a:ext cx="4642732" cy="467242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3" name="Google Shape;363;p10"/>
                <p:cNvCxnSpPr/>
                <p:nvPr/>
              </p:nvCxnSpPr>
              <p:spPr>
                <a:xfrm>
                  <a:off x="8772997" y="0"/>
                  <a:ext cx="3419003" cy="34567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4" name="Google Shape;364;p10"/>
                <p:cNvCxnSpPr/>
                <p:nvPr/>
              </p:nvCxnSpPr>
              <p:spPr>
                <a:xfrm>
                  <a:off x="9982200" y="0"/>
                  <a:ext cx="2209800" cy="222646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5" name="Google Shape;365;p10"/>
                <p:cNvCxnSpPr/>
                <p:nvPr/>
              </p:nvCxnSpPr>
              <p:spPr>
                <a:xfrm>
                  <a:off x="11199019" y="0"/>
                  <a:ext cx="992981" cy="1002506"/>
                </a:xfrm>
                <a:prstGeom prst="straightConnector1">
                  <a:avLst/>
                </a:prstGeom>
                <a:noFill/>
                <a:ln cap="flat" cmpd="sng" w="9525">
                  <a:solidFill>
                    <a:srgbClr val="276E8B">
                      <a:alpha val="25098"/>
                    </a:srgbClr>
                  </a:solidFill>
                  <a:prstDash val="solid"/>
                  <a:miter lim="8000"/>
                  <a:headEnd len="sm" w="sm" type="none"/>
                  <a:tailEnd len="sm" w="sm" type="none"/>
                </a:ln>
              </p:spPr>
            </p:cxnSp>
          </p:grpSp>
          <p:cxnSp>
            <p:nvCxnSpPr>
              <p:cNvPr id="366" name="Google Shape;366;p10"/>
              <p:cNvCxnSpPr/>
              <p:nvPr/>
            </p:nvCxnSpPr>
            <p:spPr>
              <a:xfrm rot="10800000">
                <a:off x="-1" y="1012053"/>
                <a:ext cx="5828811" cy="5845945"/>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7" name="Google Shape;367;p10"/>
              <p:cNvCxnSpPr/>
              <p:nvPr/>
            </p:nvCxnSpPr>
            <p:spPr>
              <a:xfrm rot="10800000">
                <a:off x="-1" y="2227340"/>
                <a:ext cx="4614781" cy="4630658"/>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8" name="Google Shape;368;p10"/>
              <p:cNvCxnSpPr/>
              <p:nvPr/>
            </p:nvCxnSpPr>
            <p:spPr>
              <a:xfrm rot="10800000">
                <a:off x="-1" y="3432149"/>
                <a:ext cx="3398419" cy="3425849"/>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69" name="Google Shape;369;p10"/>
              <p:cNvCxnSpPr/>
              <p:nvPr/>
            </p:nvCxnSpPr>
            <p:spPr>
              <a:xfrm rot="10800000">
                <a:off x="-1" y="4651431"/>
                <a:ext cx="2196496" cy="2206567"/>
              </a:xfrm>
              <a:prstGeom prst="straightConnector1">
                <a:avLst/>
              </a:prstGeom>
              <a:noFill/>
              <a:ln cap="flat" cmpd="sng" w="9525">
                <a:solidFill>
                  <a:srgbClr val="276E8B">
                    <a:alpha val="25098"/>
                  </a:srgbClr>
                </a:solidFill>
                <a:prstDash val="solid"/>
                <a:miter lim="8000"/>
                <a:headEnd len="sm" w="sm" type="none"/>
                <a:tailEnd len="sm" w="sm" type="none"/>
              </a:ln>
            </p:spPr>
          </p:cxnSp>
          <p:cxnSp>
            <p:nvCxnSpPr>
              <p:cNvPr id="370" name="Google Shape;370;p10"/>
              <p:cNvCxnSpPr/>
              <p:nvPr/>
            </p:nvCxnSpPr>
            <p:spPr>
              <a:xfrm rot="10800000">
                <a:off x="-1" y="5864453"/>
                <a:ext cx="987003" cy="993545"/>
              </a:xfrm>
              <a:prstGeom prst="straightConnector1">
                <a:avLst/>
              </a:prstGeom>
              <a:noFill/>
              <a:ln cap="flat" cmpd="sng" w="9525">
                <a:solidFill>
                  <a:srgbClr val="276E8B">
                    <a:alpha val="25098"/>
                  </a:srgbClr>
                </a:solidFill>
                <a:prstDash val="solid"/>
                <a:miter lim="8000"/>
                <a:headEnd len="sm" w="sm" type="none"/>
                <a:tailEnd len="sm" w="sm" type="none"/>
              </a:ln>
            </p:spPr>
          </p:cxnSp>
        </p:grpSp>
      </p:grpSp>
      <p:sp>
        <p:nvSpPr>
          <p:cNvPr id="371" name="Google Shape;371;p10"/>
          <p:cNvSpPr/>
          <p:nvPr/>
        </p:nvSpPr>
        <p:spPr>
          <a:xfrm>
            <a:off x="0" y="0"/>
            <a:ext cx="7315200" cy="6858000"/>
          </a:xfrm>
          <a:prstGeom prst="rect">
            <a:avLst/>
          </a:prstGeom>
          <a:gradFill>
            <a:gsLst>
              <a:gs pos="0">
                <a:schemeClr val="lt1"/>
              </a:gs>
              <a:gs pos="69000">
                <a:schemeClr val="lt1"/>
              </a:gs>
              <a:gs pos="100000">
                <a:srgbClr val="F2F2F2"/>
              </a:gs>
            </a:gsLst>
            <a:path path="circle">
              <a:fillToRect b="50%" l="50%" r="50%" t="50%"/>
            </a:path>
            <a:tileRect/>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72" name="Google Shape;372;p10"/>
          <p:cNvCxnSpPr/>
          <p:nvPr/>
        </p:nvCxnSpPr>
        <p:spPr>
          <a:xfrm>
            <a:off x="7923089" y="2895600"/>
            <a:ext cx="3659311" cy="0"/>
          </a:xfrm>
          <a:prstGeom prst="straightConnector1">
            <a:avLst/>
          </a:prstGeom>
          <a:noFill/>
          <a:ln cap="flat" cmpd="sng" w="19050">
            <a:solidFill>
              <a:schemeClr val="lt1"/>
            </a:solidFill>
            <a:prstDash val="solid"/>
            <a:miter lim="8000"/>
            <a:headEnd len="sm" w="sm" type="none"/>
            <a:tailEnd len="sm" w="sm" type="none"/>
          </a:ln>
        </p:spPr>
      </p:cxnSp>
      <p:sp>
        <p:nvSpPr>
          <p:cNvPr id="373" name="Google Shape;373;p10"/>
          <p:cNvSpPr txBox="1"/>
          <p:nvPr>
            <p:ph type="title"/>
          </p:nvPr>
        </p:nvSpPr>
        <p:spPr>
          <a:xfrm>
            <a:off x="7909560" y="576072"/>
            <a:ext cx="3657600" cy="219456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2600"/>
              <a:buFont typeface="Arial"/>
              <a:buNone/>
              <a:defRPr sz="2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descr="An empty placeholder to add an image. Click on the placeholder and select the image that you wish to add." id="374" name="Google Shape;374;p10"/>
          <p:cNvSpPr/>
          <p:nvPr>
            <p:ph idx="2" type="pic"/>
          </p:nvPr>
        </p:nvSpPr>
        <p:spPr>
          <a:xfrm>
            <a:off x="4412" y="-159"/>
            <a:ext cx="7315200" cy="6858000"/>
          </a:xfrm>
          <a:prstGeom prst="rect">
            <a:avLst/>
          </a:prstGeom>
          <a:noFill/>
          <a:ln>
            <a:noFill/>
          </a:ln>
        </p:spPr>
      </p:sp>
      <p:sp>
        <p:nvSpPr>
          <p:cNvPr id="375" name="Google Shape;375;p10"/>
          <p:cNvSpPr txBox="1"/>
          <p:nvPr>
            <p:ph idx="1" type="body"/>
          </p:nvPr>
        </p:nvSpPr>
        <p:spPr>
          <a:xfrm>
            <a:off x="7909560" y="2999232"/>
            <a:ext cx="3657600" cy="2286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200"/>
              </a:spcBef>
              <a:spcAft>
                <a:spcPts val="0"/>
              </a:spcAft>
              <a:buSzPts val="1600"/>
              <a:buNone/>
              <a:defRPr sz="1600">
                <a:solidFill>
                  <a:schemeClr val="lt1"/>
                </a:solidFill>
              </a:defRPr>
            </a:lvl1pPr>
            <a:lvl2pPr indent="-228600" lvl="1" marL="914400" algn="l">
              <a:lnSpc>
                <a:spcPct val="90000"/>
              </a:lnSpc>
              <a:spcBef>
                <a:spcPts val="1200"/>
              </a:spcBef>
              <a:spcAft>
                <a:spcPts val="0"/>
              </a:spcAft>
              <a:buSzPts val="1400"/>
              <a:buNone/>
              <a:defRPr sz="1400"/>
            </a:lvl2pPr>
            <a:lvl3pPr indent="-228600" lvl="2" marL="1371600" algn="l">
              <a:lnSpc>
                <a:spcPct val="90000"/>
              </a:lnSpc>
              <a:spcBef>
                <a:spcPts val="800"/>
              </a:spcBef>
              <a:spcAft>
                <a:spcPts val="0"/>
              </a:spcAft>
              <a:buSzPts val="1200"/>
              <a:buNone/>
              <a:defRPr sz="1200"/>
            </a:lvl3pPr>
            <a:lvl4pPr indent="-228600" lvl="3" marL="1828800" algn="l">
              <a:lnSpc>
                <a:spcPct val="90000"/>
              </a:lnSpc>
              <a:spcBef>
                <a:spcPts val="800"/>
              </a:spcBef>
              <a:spcAft>
                <a:spcPts val="0"/>
              </a:spcAft>
              <a:buSzPts val="1000"/>
              <a:buNone/>
              <a:defRPr sz="1000"/>
            </a:lvl4pPr>
            <a:lvl5pPr indent="-228600" lvl="4" marL="2286000" algn="l">
              <a:lnSpc>
                <a:spcPct val="90000"/>
              </a:lnSpc>
              <a:spcBef>
                <a:spcPts val="600"/>
              </a:spcBef>
              <a:spcAft>
                <a:spcPts val="0"/>
              </a:spcAft>
              <a:buSzPts val="1000"/>
              <a:buNone/>
              <a:defRPr sz="1000"/>
            </a:lvl5pPr>
            <a:lvl6pPr indent="-228600" lvl="5" marL="2743200" algn="l">
              <a:lnSpc>
                <a:spcPct val="90000"/>
              </a:lnSpc>
              <a:spcBef>
                <a:spcPts val="600"/>
              </a:spcBef>
              <a:spcAft>
                <a:spcPts val="0"/>
              </a:spcAft>
              <a:buSzPts val="1000"/>
              <a:buNone/>
              <a:defRPr sz="1000"/>
            </a:lvl6pPr>
            <a:lvl7pPr indent="-228600" lvl="6" marL="3200400" algn="l">
              <a:lnSpc>
                <a:spcPct val="90000"/>
              </a:lnSpc>
              <a:spcBef>
                <a:spcPts val="600"/>
              </a:spcBef>
              <a:spcAft>
                <a:spcPts val="0"/>
              </a:spcAft>
              <a:buSzPts val="1000"/>
              <a:buNone/>
              <a:defRPr sz="1000"/>
            </a:lvl7pPr>
            <a:lvl8pPr indent="-228600" lvl="7" marL="3657600" algn="l">
              <a:lnSpc>
                <a:spcPct val="90000"/>
              </a:lnSpc>
              <a:spcBef>
                <a:spcPts val="600"/>
              </a:spcBef>
              <a:spcAft>
                <a:spcPts val="0"/>
              </a:spcAft>
              <a:buSzPts val="1000"/>
              <a:buNone/>
              <a:defRPr sz="1000"/>
            </a:lvl8pPr>
            <a:lvl9pPr indent="-228600" lvl="8" marL="4114800" algn="l">
              <a:lnSpc>
                <a:spcPct val="90000"/>
              </a:lnSpc>
              <a:spcBef>
                <a:spcPts val="600"/>
              </a:spcBef>
              <a:spcAft>
                <a:spcPts val="0"/>
              </a:spcAft>
              <a:buSzPts val="1000"/>
              <a:buNone/>
              <a:defRPr sz="1000"/>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376" name="Shape 376"/>
        <p:cNvGrpSpPr/>
        <p:nvPr/>
      </p:nvGrpSpPr>
      <p:grpSpPr>
        <a:xfrm>
          <a:off x="0" y="0"/>
          <a:ext cx="0" cy="0"/>
          <a:chOff x="0" y="0"/>
          <a:chExt cx="0" cy="0"/>
        </a:xfrm>
      </p:grpSpPr>
      <p:sp>
        <p:nvSpPr>
          <p:cNvPr id="377" name="Google Shape;377;p11"/>
          <p:cNvSpPr txBox="1"/>
          <p:nvPr>
            <p:ph type="title"/>
          </p:nvPr>
        </p:nvSpPr>
        <p:spPr>
          <a:xfrm>
            <a:off x="1295400" y="503853"/>
            <a:ext cx="9601200" cy="114238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78" name="Google Shape;378;p11"/>
          <p:cNvSpPr txBox="1"/>
          <p:nvPr>
            <p:ph idx="1" type="body"/>
          </p:nvPr>
        </p:nvSpPr>
        <p:spPr>
          <a:xfrm rot="5400000">
            <a:off x="4191001" y="-914400"/>
            <a:ext cx="3809999" cy="960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800"/>
              </a:spcBef>
              <a:spcAft>
                <a:spcPts val="0"/>
              </a:spcAft>
              <a:buSzPts val="1800"/>
              <a:buChar char="▪"/>
              <a:defRPr/>
            </a:lvl1pPr>
            <a:lvl2pPr indent="-342900" lvl="1" marL="914400" algn="l">
              <a:lnSpc>
                <a:spcPct val="90000"/>
              </a:lnSpc>
              <a:spcBef>
                <a:spcPts val="1200"/>
              </a:spcBef>
              <a:spcAft>
                <a:spcPts val="0"/>
              </a:spcAft>
              <a:buSzPts val="1800"/>
              <a:buChar char="▪"/>
              <a:defRPr/>
            </a:lvl2pPr>
            <a:lvl3pPr indent="-342900" lvl="2" marL="1371600" algn="l">
              <a:lnSpc>
                <a:spcPct val="90000"/>
              </a:lnSpc>
              <a:spcBef>
                <a:spcPts val="800"/>
              </a:spcBef>
              <a:spcAft>
                <a:spcPts val="0"/>
              </a:spcAft>
              <a:buSzPts val="1800"/>
              <a:buChar char="▪"/>
              <a:defRPr/>
            </a:lvl3pPr>
            <a:lvl4pPr indent="-342900" lvl="3" marL="1828800" algn="l">
              <a:lnSpc>
                <a:spcPct val="90000"/>
              </a:lnSpc>
              <a:spcBef>
                <a:spcPts val="800"/>
              </a:spcBef>
              <a:spcAft>
                <a:spcPts val="0"/>
              </a:spcAft>
              <a:buSzPts val="1800"/>
              <a:buChar char="▪"/>
              <a:defRPr/>
            </a:lvl4pPr>
            <a:lvl5pPr indent="-342900" lvl="4" marL="2286000" algn="l">
              <a:lnSpc>
                <a:spcPct val="90000"/>
              </a:lnSpc>
              <a:spcBef>
                <a:spcPts val="600"/>
              </a:spcBef>
              <a:spcAft>
                <a:spcPts val="0"/>
              </a:spcAft>
              <a:buSzPts val="1800"/>
              <a:buChar char="▪"/>
              <a:defRPr/>
            </a:lvl5pPr>
            <a:lvl6pPr indent="-342900" lvl="5" marL="2743200" algn="l">
              <a:lnSpc>
                <a:spcPct val="90000"/>
              </a:lnSpc>
              <a:spcBef>
                <a:spcPts val="600"/>
              </a:spcBef>
              <a:spcAft>
                <a:spcPts val="0"/>
              </a:spcAft>
              <a:buSzPts val="1800"/>
              <a:buChar char="▪"/>
              <a:defRPr/>
            </a:lvl6pPr>
            <a:lvl7pPr indent="-342900" lvl="6" marL="3200400" algn="l">
              <a:lnSpc>
                <a:spcPct val="90000"/>
              </a:lnSpc>
              <a:spcBef>
                <a:spcPts val="600"/>
              </a:spcBef>
              <a:spcAft>
                <a:spcPts val="0"/>
              </a:spcAft>
              <a:buSzPts val="1800"/>
              <a:buChar char="▪"/>
              <a:defRPr/>
            </a:lvl7pPr>
            <a:lvl8pPr indent="-342900" lvl="7" marL="3657600" algn="l">
              <a:lnSpc>
                <a:spcPct val="90000"/>
              </a:lnSpc>
              <a:spcBef>
                <a:spcPts val="600"/>
              </a:spcBef>
              <a:spcAft>
                <a:spcPts val="0"/>
              </a:spcAft>
              <a:buSzPts val="1800"/>
              <a:buChar char="▪"/>
              <a:defRPr/>
            </a:lvl8pPr>
            <a:lvl9pPr indent="-228600" lvl="8" marL="4114800" algn="l">
              <a:lnSpc>
                <a:spcPct val="90000"/>
              </a:lnSpc>
              <a:spcBef>
                <a:spcPts val="600"/>
              </a:spcBef>
              <a:spcAft>
                <a:spcPts val="0"/>
              </a:spcAft>
              <a:buSzPts val="1800"/>
              <a:buNone/>
              <a:defRPr/>
            </a:lvl9pPr>
          </a:lstStyle>
          <a:p/>
        </p:txBody>
      </p:sp>
      <p:sp>
        <p:nvSpPr>
          <p:cNvPr id="379" name="Google Shape;379;p11"/>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0" name="Google Shape;380;p11"/>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1" name="Google Shape;381;p11"/>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382" name="Shape 382"/>
        <p:cNvGrpSpPr/>
        <p:nvPr/>
      </p:nvGrpSpPr>
      <p:grpSpPr>
        <a:xfrm>
          <a:off x="0" y="0"/>
          <a:ext cx="0" cy="0"/>
          <a:chOff x="0" y="0"/>
          <a:chExt cx="0" cy="0"/>
        </a:xfrm>
      </p:grpSpPr>
      <p:sp>
        <p:nvSpPr>
          <p:cNvPr id="383" name="Google Shape;383;p12"/>
          <p:cNvSpPr txBox="1"/>
          <p:nvPr>
            <p:ph type="title"/>
          </p:nvPr>
        </p:nvSpPr>
        <p:spPr>
          <a:xfrm rot="5400000">
            <a:off x="7402286" y="2296885"/>
            <a:ext cx="5301343" cy="168728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276E8B"/>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4" name="Google Shape;384;p12"/>
          <p:cNvSpPr txBox="1"/>
          <p:nvPr>
            <p:ph idx="1" type="body"/>
          </p:nvPr>
        </p:nvSpPr>
        <p:spPr>
          <a:xfrm rot="5400000">
            <a:off x="2438400" y="-653144"/>
            <a:ext cx="5301343" cy="758734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800"/>
              </a:spcBef>
              <a:spcAft>
                <a:spcPts val="0"/>
              </a:spcAft>
              <a:buSzPts val="1800"/>
              <a:buChar char="▪"/>
              <a:defRPr/>
            </a:lvl1pPr>
            <a:lvl2pPr indent="-342900" lvl="1" marL="914400" algn="l">
              <a:lnSpc>
                <a:spcPct val="90000"/>
              </a:lnSpc>
              <a:spcBef>
                <a:spcPts val="1200"/>
              </a:spcBef>
              <a:spcAft>
                <a:spcPts val="0"/>
              </a:spcAft>
              <a:buSzPts val="1800"/>
              <a:buChar char="▪"/>
              <a:defRPr/>
            </a:lvl2pPr>
            <a:lvl3pPr indent="-342900" lvl="2" marL="1371600" algn="l">
              <a:lnSpc>
                <a:spcPct val="90000"/>
              </a:lnSpc>
              <a:spcBef>
                <a:spcPts val="800"/>
              </a:spcBef>
              <a:spcAft>
                <a:spcPts val="0"/>
              </a:spcAft>
              <a:buSzPts val="1800"/>
              <a:buChar char="▪"/>
              <a:defRPr/>
            </a:lvl3pPr>
            <a:lvl4pPr indent="-342900" lvl="3" marL="1828800" algn="l">
              <a:lnSpc>
                <a:spcPct val="90000"/>
              </a:lnSpc>
              <a:spcBef>
                <a:spcPts val="800"/>
              </a:spcBef>
              <a:spcAft>
                <a:spcPts val="0"/>
              </a:spcAft>
              <a:buSzPts val="1800"/>
              <a:buChar char="▪"/>
              <a:defRPr/>
            </a:lvl4pPr>
            <a:lvl5pPr indent="-342900" lvl="4" marL="2286000" algn="l">
              <a:lnSpc>
                <a:spcPct val="90000"/>
              </a:lnSpc>
              <a:spcBef>
                <a:spcPts val="600"/>
              </a:spcBef>
              <a:spcAft>
                <a:spcPts val="0"/>
              </a:spcAft>
              <a:buSzPts val="1800"/>
              <a:buChar char="▪"/>
              <a:defRPr/>
            </a:lvl5pPr>
            <a:lvl6pPr indent="-342900" lvl="5" marL="2743200" algn="l">
              <a:lnSpc>
                <a:spcPct val="90000"/>
              </a:lnSpc>
              <a:spcBef>
                <a:spcPts val="600"/>
              </a:spcBef>
              <a:spcAft>
                <a:spcPts val="0"/>
              </a:spcAft>
              <a:buSzPts val="1800"/>
              <a:buChar char="▪"/>
              <a:defRPr/>
            </a:lvl6pPr>
            <a:lvl7pPr indent="-342900" lvl="6" marL="3200400" algn="l">
              <a:lnSpc>
                <a:spcPct val="90000"/>
              </a:lnSpc>
              <a:spcBef>
                <a:spcPts val="600"/>
              </a:spcBef>
              <a:spcAft>
                <a:spcPts val="0"/>
              </a:spcAft>
              <a:buSzPts val="1800"/>
              <a:buChar char="▪"/>
              <a:defRPr/>
            </a:lvl7pPr>
            <a:lvl8pPr indent="-342900" lvl="7" marL="3657600" algn="l">
              <a:lnSpc>
                <a:spcPct val="90000"/>
              </a:lnSpc>
              <a:spcBef>
                <a:spcPts val="600"/>
              </a:spcBef>
              <a:spcAft>
                <a:spcPts val="0"/>
              </a:spcAft>
              <a:buSzPts val="1800"/>
              <a:buChar char="▪"/>
              <a:defRPr/>
            </a:lvl8pPr>
            <a:lvl9pPr indent="-228600" lvl="8" marL="4114800" algn="l">
              <a:lnSpc>
                <a:spcPct val="90000"/>
              </a:lnSpc>
              <a:spcBef>
                <a:spcPts val="600"/>
              </a:spcBef>
              <a:spcAft>
                <a:spcPts val="0"/>
              </a:spcAft>
              <a:buSzPts val="1800"/>
              <a:buNone/>
              <a:defRPr/>
            </a:lvl9pPr>
          </a:lstStyle>
          <a:p/>
        </p:txBody>
      </p:sp>
      <p:sp>
        <p:nvSpPr>
          <p:cNvPr id="385" name="Google Shape;385;p12"/>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6" name="Google Shape;386;p12"/>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7" name="Google Shape;387;p12"/>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53000">
              <a:schemeClr val="lt1"/>
            </a:gs>
            <a:gs pos="100000">
              <a:srgbClr val="F2F2F2">
                <a:alpha val="65098"/>
              </a:srgbClr>
            </a:gs>
          </a:gsLst>
          <a:lin ang="5400000" scaled="0"/>
        </a:gradFill>
      </p:bgPr>
    </p:bg>
    <p:spTree>
      <p:nvGrpSpPr>
        <p:cNvPr id="9" name="Shape 9"/>
        <p:cNvGrpSpPr/>
        <p:nvPr/>
      </p:nvGrpSpPr>
      <p:grpSpPr>
        <a:xfrm>
          <a:off x="0" y="0"/>
          <a:ext cx="0" cy="0"/>
          <a:chOff x="0" y="0"/>
          <a:chExt cx="0" cy="0"/>
        </a:xfrm>
      </p:grpSpPr>
      <p:grpSp>
        <p:nvGrpSpPr>
          <p:cNvPr id="10" name="Google Shape;10;p1"/>
          <p:cNvGrpSpPr/>
          <p:nvPr/>
        </p:nvGrpSpPr>
        <p:grpSpPr>
          <a:xfrm>
            <a:off x="-1" y="-195943"/>
            <a:ext cx="12192002" cy="6858000"/>
            <a:chOff x="-1" y="0"/>
            <a:chExt cx="12192002" cy="6858000"/>
          </a:xfrm>
        </p:grpSpPr>
        <p:cxnSp>
          <p:nvCxnSpPr>
            <p:cNvPr id="11" name="Google Shape;11;p1"/>
            <p:cNvCxnSpPr/>
            <p:nvPr/>
          </p:nvCxnSpPr>
          <p:spPr>
            <a:xfrm>
              <a:off x="610194"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2" name="Google Shape;12;p1"/>
            <p:cNvCxnSpPr/>
            <p:nvPr/>
          </p:nvCxnSpPr>
          <p:spPr>
            <a:xfrm>
              <a:off x="1829332"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3" name="Google Shape;13;p1"/>
            <p:cNvCxnSpPr/>
            <p:nvPr/>
          </p:nvCxnSpPr>
          <p:spPr>
            <a:xfrm>
              <a:off x="3048470"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4" name="Google Shape;14;p1"/>
            <p:cNvCxnSpPr/>
            <p:nvPr/>
          </p:nvCxnSpPr>
          <p:spPr>
            <a:xfrm>
              <a:off x="4267608"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5" name="Google Shape;15;p1"/>
            <p:cNvCxnSpPr/>
            <p:nvPr/>
          </p:nvCxnSpPr>
          <p:spPr>
            <a:xfrm>
              <a:off x="5486746"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6" name="Google Shape;16;p1"/>
            <p:cNvCxnSpPr/>
            <p:nvPr/>
          </p:nvCxnSpPr>
          <p:spPr>
            <a:xfrm>
              <a:off x="6705884"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7" name="Google Shape;17;p1"/>
            <p:cNvCxnSpPr/>
            <p:nvPr/>
          </p:nvCxnSpPr>
          <p:spPr>
            <a:xfrm>
              <a:off x="7925022"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8" name="Google Shape;18;p1"/>
            <p:cNvCxnSpPr/>
            <p:nvPr/>
          </p:nvCxnSpPr>
          <p:spPr>
            <a:xfrm>
              <a:off x="9144160"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19" name="Google Shape;19;p1"/>
            <p:cNvCxnSpPr/>
            <p:nvPr/>
          </p:nvCxnSpPr>
          <p:spPr>
            <a:xfrm>
              <a:off x="10363298"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0" name="Google Shape;20;p1"/>
            <p:cNvCxnSpPr/>
            <p:nvPr/>
          </p:nvCxnSpPr>
          <p:spPr>
            <a:xfrm>
              <a:off x="11582436" y="0"/>
              <a:ext cx="0"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1" name="Google Shape;21;p1"/>
            <p:cNvCxnSpPr/>
            <p:nvPr/>
          </p:nvCxnSpPr>
          <p:spPr>
            <a:xfrm>
              <a:off x="2819" y="386485"/>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2" name="Google Shape;22;p1"/>
            <p:cNvCxnSpPr/>
            <p:nvPr/>
          </p:nvCxnSpPr>
          <p:spPr>
            <a:xfrm>
              <a:off x="2819" y="1611181"/>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3" name="Google Shape;23;p1"/>
            <p:cNvCxnSpPr/>
            <p:nvPr/>
          </p:nvCxnSpPr>
          <p:spPr>
            <a:xfrm>
              <a:off x="2819" y="2835877"/>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4" name="Google Shape;24;p1"/>
            <p:cNvCxnSpPr/>
            <p:nvPr/>
          </p:nvCxnSpPr>
          <p:spPr>
            <a:xfrm>
              <a:off x="2819" y="4060573"/>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5" name="Google Shape;25;p1"/>
            <p:cNvCxnSpPr/>
            <p:nvPr/>
          </p:nvCxnSpPr>
          <p:spPr>
            <a:xfrm>
              <a:off x="2819" y="5285269"/>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6" name="Google Shape;26;p1"/>
            <p:cNvCxnSpPr/>
            <p:nvPr/>
          </p:nvCxnSpPr>
          <p:spPr>
            <a:xfrm>
              <a:off x="2819" y="6509965"/>
              <a:ext cx="12188952" cy="0"/>
            </a:xfrm>
            <a:prstGeom prst="straightConnector1">
              <a:avLst/>
            </a:prstGeom>
            <a:noFill/>
            <a:ln cap="flat" cmpd="sng" w="9525">
              <a:solidFill>
                <a:srgbClr val="D8D8D8">
                  <a:alpha val="25098"/>
                </a:srgbClr>
              </a:solidFill>
              <a:prstDash val="solid"/>
              <a:miter lim="8000"/>
              <a:headEnd len="sm" w="sm" type="none"/>
              <a:tailEnd len="sm" w="sm" type="none"/>
            </a:ln>
          </p:spPr>
        </p:cxnSp>
        <p:grpSp>
          <p:nvGrpSpPr>
            <p:cNvPr id="27" name="Google Shape;27;p1"/>
            <p:cNvGrpSpPr/>
            <p:nvPr/>
          </p:nvGrpSpPr>
          <p:grpSpPr>
            <a:xfrm>
              <a:off x="-1" y="0"/>
              <a:ext cx="12192001" cy="6858000"/>
              <a:chOff x="-1" y="0"/>
              <a:chExt cx="12192001" cy="6858000"/>
            </a:xfrm>
          </p:grpSpPr>
          <p:cxnSp>
            <p:nvCxnSpPr>
              <p:cNvPr id="28" name="Google Shape;28;p1"/>
              <p:cNvCxnSpPr/>
              <p:nvPr/>
            </p:nvCxnSpPr>
            <p:spPr>
              <a:xfrm>
                <a:off x="225425"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29" name="Google Shape;29;p1"/>
              <p:cNvCxnSpPr/>
              <p:nvPr/>
            </p:nvCxnSpPr>
            <p:spPr>
              <a:xfrm>
                <a:off x="1449154"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0" name="Google Shape;30;p1"/>
              <p:cNvCxnSpPr/>
              <p:nvPr/>
            </p:nvCxnSpPr>
            <p:spPr>
              <a:xfrm>
                <a:off x="2665982"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1" name="Google Shape;31;p1"/>
              <p:cNvCxnSpPr/>
              <p:nvPr/>
            </p:nvCxnSpPr>
            <p:spPr>
              <a:xfrm>
                <a:off x="3885119"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2" name="Google Shape;32;p1"/>
              <p:cNvCxnSpPr/>
              <p:nvPr/>
            </p:nvCxnSpPr>
            <p:spPr>
              <a:xfrm>
                <a:off x="5106502"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grpSp>
            <p:nvGrpSpPr>
              <p:cNvPr id="33" name="Google Shape;33;p1"/>
              <p:cNvGrpSpPr/>
              <p:nvPr/>
            </p:nvGrpSpPr>
            <p:grpSpPr>
              <a:xfrm>
                <a:off x="6327885" y="0"/>
                <a:ext cx="5864115" cy="5898673"/>
                <a:chOff x="6327885" y="0"/>
                <a:chExt cx="5864115" cy="5898673"/>
              </a:xfrm>
            </p:grpSpPr>
            <p:cxnSp>
              <p:nvCxnSpPr>
                <p:cNvPr id="34" name="Google Shape;34;p1"/>
                <p:cNvCxnSpPr/>
                <p:nvPr/>
              </p:nvCxnSpPr>
              <p:spPr>
                <a:xfrm>
                  <a:off x="6327885" y="0"/>
                  <a:ext cx="5864115" cy="5898673"/>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5" name="Google Shape;35;p1"/>
                <p:cNvCxnSpPr/>
                <p:nvPr/>
              </p:nvCxnSpPr>
              <p:spPr>
                <a:xfrm>
                  <a:off x="7549268" y="0"/>
                  <a:ext cx="4642732" cy="4672425"/>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6" name="Google Shape;36;p1"/>
                <p:cNvCxnSpPr/>
                <p:nvPr/>
              </p:nvCxnSpPr>
              <p:spPr>
                <a:xfrm>
                  <a:off x="8772997" y="0"/>
                  <a:ext cx="3419003" cy="345674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7" name="Google Shape;37;p1"/>
                <p:cNvCxnSpPr/>
                <p:nvPr/>
              </p:nvCxnSpPr>
              <p:spPr>
                <a:xfrm>
                  <a:off x="9982200" y="0"/>
                  <a:ext cx="2209800" cy="222646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38" name="Google Shape;38;p1"/>
                <p:cNvCxnSpPr/>
                <p:nvPr/>
              </p:nvCxnSpPr>
              <p:spPr>
                <a:xfrm>
                  <a:off x="11199019" y="0"/>
                  <a:ext cx="992981" cy="1002506"/>
                </a:xfrm>
                <a:prstGeom prst="straightConnector1">
                  <a:avLst/>
                </a:prstGeom>
                <a:noFill/>
                <a:ln cap="flat" cmpd="sng" w="9525">
                  <a:solidFill>
                    <a:srgbClr val="D8D8D8">
                      <a:alpha val="25098"/>
                    </a:srgbClr>
                  </a:solidFill>
                  <a:prstDash val="solid"/>
                  <a:miter lim="8000"/>
                  <a:headEnd len="sm" w="sm" type="none"/>
                  <a:tailEnd len="sm" w="sm" type="none"/>
                </a:ln>
              </p:spPr>
            </p:cxnSp>
          </p:grpSp>
          <p:cxnSp>
            <p:nvCxnSpPr>
              <p:cNvPr id="39" name="Google Shape;39;p1"/>
              <p:cNvCxnSpPr/>
              <p:nvPr/>
            </p:nvCxnSpPr>
            <p:spPr>
              <a:xfrm rot="10800000">
                <a:off x="-1" y="1012053"/>
                <a:ext cx="5828811" cy="5845945"/>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0" name="Google Shape;40;p1"/>
              <p:cNvCxnSpPr/>
              <p:nvPr/>
            </p:nvCxnSpPr>
            <p:spPr>
              <a:xfrm rot="10800000">
                <a:off x="-1" y="2227340"/>
                <a:ext cx="4614781" cy="4630658"/>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1" name="Google Shape;41;p1"/>
              <p:cNvCxnSpPr/>
              <p:nvPr/>
            </p:nvCxnSpPr>
            <p:spPr>
              <a:xfrm rot="10800000">
                <a:off x="-1" y="3432149"/>
                <a:ext cx="3398419" cy="342584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2" name="Google Shape;42;p1"/>
              <p:cNvCxnSpPr/>
              <p:nvPr/>
            </p:nvCxnSpPr>
            <p:spPr>
              <a:xfrm rot="10800000">
                <a:off x="-1" y="4651431"/>
                <a:ext cx="2196496" cy="2206567"/>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3" name="Google Shape;43;p1"/>
              <p:cNvCxnSpPr/>
              <p:nvPr/>
            </p:nvCxnSpPr>
            <p:spPr>
              <a:xfrm rot="10800000">
                <a:off x="-1" y="5864453"/>
                <a:ext cx="987003" cy="993545"/>
              </a:xfrm>
              <a:prstGeom prst="straightConnector1">
                <a:avLst/>
              </a:prstGeom>
              <a:noFill/>
              <a:ln cap="flat" cmpd="sng" w="9525">
                <a:solidFill>
                  <a:srgbClr val="D8D8D8">
                    <a:alpha val="25098"/>
                  </a:srgbClr>
                </a:solidFill>
                <a:prstDash val="solid"/>
                <a:miter lim="8000"/>
                <a:headEnd len="sm" w="sm" type="none"/>
                <a:tailEnd len="sm" w="sm" type="none"/>
              </a:ln>
            </p:spPr>
          </p:cxnSp>
        </p:grpSp>
        <p:grpSp>
          <p:nvGrpSpPr>
            <p:cNvPr id="44" name="Google Shape;44;p1"/>
            <p:cNvGrpSpPr/>
            <p:nvPr/>
          </p:nvGrpSpPr>
          <p:grpSpPr>
            <a:xfrm flipH="1">
              <a:off x="0" y="0"/>
              <a:ext cx="12192001" cy="6858000"/>
              <a:chOff x="-1" y="0"/>
              <a:chExt cx="12192001" cy="6858000"/>
            </a:xfrm>
          </p:grpSpPr>
          <p:cxnSp>
            <p:nvCxnSpPr>
              <p:cNvPr id="45" name="Google Shape;45;p1"/>
              <p:cNvCxnSpPr/>
              <p:nvPr/>
            </p:nvCxnSpPr>
            <p:spPr>
              <a:xfrm>
                <a:off x="225425"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6" name="Google Shape;46;p1"/>
              <p:cNvCxnSpPr/>
              <p:nvPr/>
            </p:nvCxnSpPr>
            <p:spPr>
              <a:xfrm>
                <a:off x="1449154"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7" name="Google Shape;47;p1"/>
              <p:cNvCxnSpPr/>
              <p:nvPr/>
            </p:nvCxnSpPr>
            <p:spPr>
              <a:xfrm>
                <a:off x="2665982"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8" name="Google Shape;48;p1"/>
              <p:cNvCxnSpPr/>
              <p:nvPr/>
            </p:nvCxnSpPr>
            <p:spPr>
              <a:xfrm>
                <a:off x="3885119"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49" name="Google Shape;49;p1"/>
              <p:cNvCxnSpPr/>
              <p:nvPr/>
            </p:nvCxnSpPr>
            <p:spPr>
              <a:xfrm>
                <a:off x="5106502" y="0"/>
                <a:ext cx="6815931" cy="6858000"/>
              </a:xfrm>
              <a:prstGeom prst="straightConnector1">
                <a:avLst/>
              </a:prstGeom>
              <a:noFill/>
              <a:ln cap="flat" cmpd="sng" w="9525">
                <a:solidFill>
                  <a:srgbClr val="D8D8D8">
                    <a:alpha val="25098"/>
                  </a:srgbClr>
                </a:solidFill>
                <a:prstDash val="solid"/>
                <a:miter lim="8000"/>
                <a:headEnd len="sm" w="sm" type="none"/>
                <a:tailEnd len="sm" w="sm" type="none"/>
              </a:ln>
            </p:spPr>
          </p:cxnSp>
          <p:grpSp>
            <p:nvGrpSpPr>
              <p:cNvPr id="50" name="Google Shape;50;p1"/>
              <p:cNvGrpSpPr/>
              <p:nvPr/>
            </p:nvGrpSpPr>
            <p:grpSpPr>
              <a:xfrm>
                <a:off x="6327885" y="0"/>
                <a:ext cx="5864115" cy="5898673"/>
                <a:chOff x="6327885" y="0"/>
                <a:chExt cx="5864115" cy="5898673"/>
              </a:xfrm>
            </p:grpSpPr>
            <p:cxnSp>
              <p:nvCxnSpPr>
                <p:cNvPr id="51" name="Google Shape;51;p1"/>
                <p:cNvCxnSpPr/>
                <p:nvPr/>
              </p:nvCxnSpPr>
              <p:spPr>
                <a:xfrm>
                  <a:off x="6327885" y="0"/>
                  <a:ext cx="5864115" cy="5898673"/>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2" name="Google Shape;52;p1"/>
                <p:cNvCxnSpPr/>
                <p:nvPr/>
              </p:nvCxnSpPr>
              <p:spPr>
                <a:xfrm>
                  <a:off x="7549268" y="0"/>
                  <a:ext cx="4642732" cy="4672425"/>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3" name="Google Shape;53;p1"/>
                <p:cNvCxnSpPr/>
                <p:nvPr/>
              </p:nvCxnSpPr>
              <p:spPr>
                <a:xfrm>
                  <a:off x="8772997" y="0"/>
                  <a:ext cx="3419003" cy="345674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4" name="Google Shape;54;p1"/>
                <p:cNvCxnSpPr/>
                <p:nvPr/>
              </p:nvCxnSpPr>
              <p:spPr>
                <a:xfrm>
                  <a:off x="9982200" y="0"/>
                  <a:ext cx="2209800" cy="222646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5" name="Google Shape;55;p1"/>
                <p:cNvCxnSpPr/>
                <p:nvPr/>
              </p:nvCxnSpPr>
              <p:spPr>
                <a:xfrm>
                  <a:off x="11199019" y="0"/>
                  <a:ext cx="992981" cy="1002506"/>
                </a:xfrm>
                <a:prstGeom prst="straightConnector1">
                  <a:avLst/>
                </a:prstGeom>
                <a:noFill/>
                <a:ln cap="flat" cmpd="sng" w="9525">
                  <a:solidFill>
                    <a:srgbClr val="D8D8D8">
                      <a:alpha val="25098"/>
                    </a:srgbClr>
                  </a:solidFill>
                  <a:prstDash val="solid"/>
                  <a:miter lim="8000"/>
                  <a:headEnd len="sm" w="sm" type="none"/>
                  <a:tailEnd len="sm" w="sm" type="none"/>
                </a:ln>
              </p:spPr>
            </p:cxnSp>
          </p:grpSp>
          <p:cxnSp>
            <p:nvCxnSpPr>
              <p:cNvPr id="56" name="Google Shape;56;p1"/>
              <p:cNvCxnSpPr/>
              <p:nvPr/>
            </p:nvCxnSpPr>
            <p:spPr>
              <a:xfrm rot="10800000">
                <a:off x="-1" y="1012053"/>
                <a:ext cx="5828811" cy="5845945"/>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7" name="Google Shape;57;p1"/>
              <p:cNvCxnSpPr/>
              <p:nvPr/>
            </p:nvCxnSpPr>
            <p:spPr>
              <a:xfrm rot="10800000">
                <a:off x="-1" y="2227340"/>
                <a:ext cx="4614781" cy="4630658"/>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8" name="Google Shape;58;p1"/>
              <p:cNvCxnSpPr/>
              <p:nvPr/>
            </p:nvCxnSpPr>
            <p:spPr>
              <a:xfrm rot="10800000">
                <a:off x="-1" y="3432149"/>
                <a:ext cx="3398419" cy="3425849"/>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59" name="Google Shape;59;p1"/>
              <p:cNvCxnSpPr/>
              <p:nvPr/>
            </p:nvCxnSpPr>
            <p:spPr>
              <a:xfrm rot="10800000">
                <a:off x="-1" y="4651431"/>
                <a:ext cx="2196496" cy="2206567"/>
              </a:xfrm>
              <a:prstGeom prst="straightConnector1">
                <a:avLst/>
              </a:prstGeom>
              <a:noFill/>
              <a:ln cap="flat" cmpd="sng" w="9525">
                <a:solidFill>
                  <a:srgbClr val="D8D8D8">
                    <a:alpha val="25098"/>
                  </a:srgbClr>
                </a:solidFill>
                <a:prstDash val="solid"/>
                <a:miter lim="8000"/>
                <a:headEnd len="sm" w="sm" type="none"/>
                <a:tailEnd len="sm" w="sm" type="none"/>
              </a:ln>
            </p:spPr>
          </p:cxnSp>
          <p:cxnSp>
            <p:nvCxnSpPr>
              <p:cNvPr id="60" name="Google Shape;60;p1"/>
              <p:cNvCxnSpPr/>
              <p:nvPr/>
            </p:nvCxnSpPr>
            <p:spPr>
              <a:xfrm rot="10800000">
                <a:off x="-1" y="5864453"/>
                <a:ext cx="987003" cy="993545"/>
              </a:xfrm>
              <a:prstGeom prst="straightConnector1">
                <a:avLst/>
              </a:prstGeom>
              <a:noFill/>
              <a:ln cap="flat" cmpd="sng" w="9525">
                <a:solidFill>
                  <a:srgbClr val="D8D8D8">
                    <a:alpha val="25098"/>
                  </a:srgbClr>
                </a:solidFill>
                <a:prstDash val="solid"/>
                <a:miter lim="8000"/>
                <a:headEnd len="sm" w="sm" type="none"/>
                <a:tailEnd len="sm" w="sm" type="none"/>
              </a:ln>
            </p:spPr>
          </p:cxnSp>
        </p:grpSp>
      </p:grpSp>
      <p:sp>
        <p:nvSpPr>
          <p:cNvPr id="61" name="Google Shape;61;p1"/>
          <p:cNvSpPr txBox="1"/>
          <p:nvPr>
            <p:ph type="title"/>
          </p:nvPr>
        </p:nvSpPr>
        <p:spPr>
          <a:xfrm>
            <a:off x="1295400" y="503853"/>
            <a:ext cx="9601200" cy="1142385"/>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rgbClr val="276E8B"/>
              </a:buClr>
              <a:buSzPts val="3200"/>
              <a:buFont typeface="Arial"/>
              <a:buNone/>
              <a:defRPr b="1" i="0" sz="3200" u="none" cap="none" strike="noStrike">
                <a:solidFill>
                  <a:srgbClr val="276E8B"/>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2" name="Google Shape;62;p1"/>
          <p:cNvSpPr txBox="1"/>
          <p:nvPr>
            <p:ph idx="1" type="body"/>
          </p:nvPr>
        </p:nvSpPr>
        <p:spPr>
          <a:xfrm>
            <a:off x="1295400" y="1981201"/>
            <a:ext cx="9601200" cy="3809999"/>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800"/>
              </a:spcBef>
              <a:spcAft>
                <a:spcPts val="0"/>
              </a:spcAft>
              <a:buClr>
                <a:srgbClr val="276E8B"/>
              </a:buClr>
              <a:buSzPts val="2000"/>
              <a:buFont typeface="Arial"/>
              <a:buChar char="▪"/>
              <a:defRPr b="0" i="0" sz="2000" u="none" cap="none" strike="noStrike">
                <a:solidFill>
                  <a:schemeClr val="dk1"/>
                </a:solidFill>
                <a:latin typeface="Arial"/>
                <a:ea typeface="Arial"/>
                <a:cs typeface="Arial"/>
                <a:sym typeface="Arial"/>
              </a:defRPr>
            </a:lvl1pPr>
            <a:lvl2pPr indent="-342900" lvl="1" marL="914400" marR="0" rtl="0" algn="l">
              <a:lnSpc>
                <a:spcPct val="90000"/>
              </a:lnSpc>
              <a:spcBef>
                <a:spcPts val="1200"/>
              </a:spcBef>
              <a:spcAft>
                <a:spcPts val="0"/>
              </a:spcAft>
              <a:buClr>
                <a:srgbClr val="276E8B"/>
              </a:buClr>
              <a:buSzPts val="1800"/>
              <a:buFont typeface="Arial"/>
              <a:buChar char="▪"/>
              <a:defRPr b="0" i="0" sz="1800" u="none" cap="none" strike="noStrike">
                <a:solidFill>
                  <a:schemeClr val="dk1"/>
                </a:solidFill>
                <a:latin typeface="Arial"/>
                <a:ea typeface="Arial"/>
                <a:cs typeface="Arial"/>
                <a:sym typeface="Arial"/>
              </a:defRPr>
            </a:lvl2pPr>
            <a:lvl3pPr indent="-330200" lvl="2" marL="1371600" marR="0" rtl="0" algn="l">
              <a:lnSpc>
                <a:spcPct val="90000"/>
              </a:lnSpc>
              <a:spcBef>
                <a:spcPts val="800"/>
              </a:spcBef>
              <a:spcAft>
                <a:spcPts val="0"/>
              </a:spcAft>
              <a:buClr>
                <a:srgbClr val="276E8B"/>
              </a:buClr>
              <a:buSzPts val="1600"/>
              <a:buFont typeface="Arial"/>
              <a:buChar char="▪"/>
              <a:defRPr b="0" i="0" sz="1600" u="none" cap="none" strike="noStrike">
                <a:solidFill>
                  <a:schemeClr val="dk1"/>
                </a:solidFill>
                <a:latin typeface="Arial"/>
                <a:ea typeface="Arial"/>
                <a:cs typeface="Arial"/>
                <a:sym typeface="Arial"/>
              </a:defRPr>
            </a:lvl3pPr>
            <a:lvl4pPr indent="-317500" lvl="3" marL="1828800" marR="0" rtl="0" algn="l">
              <a:lnSpc>
                <a:spcPct val="90000"/>
              </a:lnSpc>
              <a:spcBef>
                <a:spcPts val="800"/>
              </a:spcBef>
              <a:spcAft>
                <a:spcPts val="0"/>
              </a:spcAft>
              <a:buClr>
                <a:srgbClr val="276E8B"/>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600"/>
              </a:spcBef>
              <a:spcAft>
                <a:spcPts val="0"/>
              </a:spcAft>
              <a:buClr>
                <a:srgbClr val="276E8B"/>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600"/>
              </a:spcBef>
              <a:spcAft>
                <a:spcPts val="0"/>
              </a:spcAft>
              <a:buClr>
                <a:srgbClr val="276E8B"/>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600"/>
              </a:spcBef>
              <a:spcAft>
                <a:spcPts val="0"/>
              </a:spcAft>
              <a:buClr>
                <a:srgbClr val="276E8B"/>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600"/>
              </a:spcBef>
              <a:spcAft>
                <a:spcPts val="0"/>
              </a:spcAft>
              <a:buClr>
                <a:srgbClr val="276E8B"/>
              </a:buClr>
              <a:buSzPts val="1400"/>
              <a:buFont typeface="Arial"/>
              <a:buChar char="▪"/>
              <a:defRPr b="0" i="0" sz="1400" u="none" cap="none" strike="noStrike">
                <a:solidFill>
                  <a:schemeClr val="dk1"/>
                </a:solidFill>
                <a:latin typeface="Arial"/>
                <a:ea typeface="Arial"/>
                <a:cs typeface="Arial"/>
                <a:sym typeface="Arial"/>
              </a:defRPr>
            </a:lvl8pPr>
            <a:lvl9pPr indent="-228600" lvl="8" marL="4114800" marR="0" rtl="0" algn="l">
              <a:lnSpc>
                <a:spcPct val="90000"/>
              </a:lnSpc>
              <a:spcBef>
                <a:spcPts val="600"/>
              </a:spcBef>
              <a:spcAft>
                <a:spcPts val="0"/>
              </a:spcAft>
              <a:buClr>
                <a:srgbClr val="276E8B"/>
              </a:buClr>
              <a:buSzPts val="1400"/>
              <a:buFont typeface="Arial"/>
              <a:buNone/>
              <a:defRPr b="0" i="0" sz="1400" u="none" cap="none" strike="noStrike">
                <a:solidFill>
                  <a:schemeClr val="dk1"/>
                </a:solidFill>
                <a:latin typeface="Arial"/>
                <a:ea typeface="Arial"/>
                <a:cs typeface="Arial"/>
                <a:sym typeface="Arial"/>
              </a:defRPr>
            </a:lvl9pPr>
          </a:lstStyle>
          <a:p/>
        </p:txBody>
      </p:sp>
      <p:cxnSp>
        <p:nvCxnSpPr>
          <p:cNvPr id="63" name="Google Shape;63;p1"/>
          <p:cNvCxnSpPr/>
          <p:nvPr/>
        </p:nvCxnSpPr>
        <p:spPr>
          <a:xfrm>
            <a:off x="609600" y="6172200"/>
            <a:ext cx="10972800" cy="0"/>
          </a:xfrm>
          <a:prstGeom prst="straightConnector1">
            <a:avLst/>
          </a:prstGeom>
          <a:noFill/>
          <a:ln cap="flat" cmpd="sng" w="12700">
            <a:solidFill>
              <a:srgbClr val="276E8B"/>
            </a:solidFill>
            <a:prstDash val="solid"/>
            <a:miter lim="8000"/>
            <a:headEnd len="sm" w="sm" type="none"/>
            <a:tailEnd len="sm" w="sm" type="none"/>
          </a:ln>
        </p:spPr>
      </p:cxnSp>
      <p:sp>
        <p:nvSpPr>
          <p:cNvPr id="64" name="Google Shape;64;p1"/>
          <p:cNvSpPr txBox="1"/>
          <p:nvPr>
            <p:ph idx="11" type="ftr"/>
          </p:nvPr>
        </p:nvSpPr>
        <p:spPr>
          <a:xfrm>
            <a:off x="609601" y="6289679"/>
            <a:ext cx="6128030" cy="222436"/>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100" u="none" cap="none" strike="noStrike">
                <a:solidFill>
                  <a:srgbClr val="191919"/>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65" name="Google Shape;65;p1"/>
          <p:cNvSpPr txBox="1"/>
          <p:nvPr>
            <p:ph idx="10" type="dt"/>
          </p:nvPr>
        </p:nvSpPr>
        <p:spPr>
          <a:xfrm>
            <a:off x="9294042" y="6289679"/>
            <a:ext cx="965946" cy="222436"/>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100" u="none" cap="none" strike="noStrike">
                <a:solidFill>
                  <a:srgbClr val="191919"/>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66" name="Google Shape;66;p1"/>
          <p:cNvSpPr txBox="1"/>
          <p:nvPr>
            <p:ph idx="12" type="sldNum"/>
          </p:nvPr>
        </p:nvSpPr>
        <p:spPr>
          <a:xfrm>
            <a:off x="10665311" y="6289679"/>
            <a:ext cx="918882" cy="222436"/>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100" u="none" cap="none" strike="noStrike">
                <a:solidFill>
                  <a:srgbClr val="191919"/>
                </a:solidFill>
                <a:latin typeface="Arial"/>
                <a:ea typeface="Arial"/>
                <a:cs typeface="Arial"/>
                <a:sym typeface="Arial"/>
              </a:defRPr>
            </a:lvl1pPr>
            <a:lvl2pPr indent="0" lvl="1" marL="0" marR="0" rtl="0" algn="r">
              <a:spcBef>
                <a:spcPts val="0"/>
              </a:spcBef>
              <a:buNone/>
              <a:defRPr b="0" i="0" sz="1100" u="none" cap="none" strike="noStrike">
                <a:solidFill>
                  <a:srgbClr val="191919"/>
                </a:solidFill>
                <a:latin typeface="Arial"/>
                <a:ea typeface="Arial"/>
                <a:cs typeface="Arial"/>
                <a:sym typeface="Arial"/>
              </a:defRPr>
            </a:lvl2pPr>
            <a:lvl3pPr indent="0" lvl="2" marL="0" marR="0" rtl="0" algn="r">
              <a:spcBef>
                <a:spcPts val="0"/>
              </a:spcBef>
              <a:buNone/>
              <a:defRPr b="0" i="0" sz="1100" u="none" cap="none" strike="noStrike">
                <a:solidFill>
                  <a:srgbClr val="191919"/>
                </a:solidFill>
                <a:latin typeface="Arial"/>
                <a:ea typeface="Arial"/>
                <a:cs typeface="Arial"/>
                <a:sym typeface="Arial"/>
              </a:defRPr>
            </a:lvl3pPr>
            <a:lvl4pPr indent="0" lvl="3" marL="0" marR="0" rtl="0" algn="r">
              <a:spcBef>
                <a:spcPts val="0"/>
              </a:spcBef>
              <a:buNone/>
              <a:defRPr b="0" i="0" sz="1100" u="none" cap="none" strike="noStrike">
                <a:solidFill>
                  <a:srgbClr val="191919"/>
                </a:solidFill>
                <a:latin typeface="Arial"/>
                <a:ea typeface="Arial"/>
                <a:cs typeface="Arial"/>
                <a:sym typeface="Arial"/>
              </a:defRPr>
            </a:lvl4pPr>
            <a:lvl5pPr indent="0" lvl="4" marL="0" marR="0" rtl="0" algn="r">
              <a:spcBef>
                <a:spcPts val="0"/>
              </a:spcBef>
              <a:buNone/>
              <a:defRPr b="0" i="0" sz="1100" u="none" cap="none" strike="noStrike">
                <a:solidFill>
                  <a:srgbClr val="191919"/>
                </a:solidFill>
                <a:latin typeface="Arial"/>
                <a:ea typeface="Arial"/>
                <a:cs typeface="Arial"/>
                <a:sym typeface="Arial"/>
              </a:defRPr>
            </a:lvl5pPr>
            <a:lvl6pPr indent="0" lvl="5" marL="0" marR="0" rtl="0" algn="r">
              <a:spcBef>
                <a:spcPts val="0"/>
              </a:spcBef>
              <a:buNone/>
              <a:defRPr b="0" i="0" sz="1100" u="none" cap="none" strike="noStrike">
                <a:solidFill>
                  <a:srgbClr val="191919"/>
                </a:solidFill>
                <a:latin typeface="Arial"/>
                <a:ea typeface="Arial"/>
                <a:cs typeface="Arial"/>
                <a:sym typeface="Arial"/>
              </a:defRPr>
            </a:lvl6pPr>
            <a:lvl7pPr indent="0" lvl="6" marL="0" marR="0" rtl="0" algn="r">
              <a:spcBef>
                <a:spcPts val="0"/>
              </a:spcBef>
              <a:buNone/>
              <a:defRPr b="0" i="0" sz="1100" u="none" cap="none" strike="noStrike">
                <a:solidFill>
                  <a:srgbClr val="191919"/>
                </a:solidFill>
                <a:latin typeface="Arial"/>
                <a:ea typeface="Arial"/>
                <a:cs typeface="Arial"/>
                <a:sym typeface="Arial"/>
              </a:defRPr>
            </a:lvl7pPr>
            <a:lvl8pPr indent="0" lvl="7" marL="0" marR="0" rtl="0" algn="r">
              <a:spcBef>
                <a:spcPts val="0"/>
              </a:spcBef>
              <a:buNone/>
              <a:defRPr b="0" i="0" sz="1100" u="none" cap="none" strike="noStrike">
                <a:solidFill>
                  <a:srgbClr val="191919"/>
                </a:solidFill>
                <a:latin typeface="Arial"/>
                <a:ea typeface="Arial"/>
                <a:cs typeface="Arial"/>
                <a:sym typeface="Arial"/>
              </a:defRPr>
            </a:lvl8pPr>
            <a:lvl9pPr indent="0" lvl="8" marL="0" marR="0" rtl="0" algn="r">
              <a:spcBef>
                <a:spcPts val="0"/>
              </a:spcBef>
              <a:buNone/>
              <a:defRPr b="0" i="0" sz="1100" u="none" cap="none" strike="noStrike">
                <a:solidFill>
                  <a:srgbClr val="19191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morse.withgoogle.com/learn/" TargetMode="External"/><Relationship Id="rId4" Type="http://schemas.openxmlformats.org/officeDocument/2006/relationships/hyperlink" Target="https://www.hackster.io/Mina_Schepmann/morse-code-decode-1b9f1d" TargetMode="External"/><Relationship Id="rId5" Type="http://schemas.openxmlformats.org/officeDocument/2006/relationships/hyperlink" Target="https://www.hackster.io/el52/engi-301-pocketbeagle-morse-code-transceiver-c5b2f4" TargetMode="External"/><Relationship Id="rId6" Type="http://schemas.openxmlformats.org/officeDocument/2006/relationships/hyperlink" Target="https://www.hackster.io/el52/engi-301-pocketbeagle-morse-code-transceiver-c5b2f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www.amazon.com/HiLetgo-Display-ILI9481-480X320-Mega2560/dp/B073R7Q8FF/ref=sr_1_4?crid=37XP1D7TL9JSS&amp;dib=eyJ2IjoiMSJ9.xDdrsP0m_FR8ur2Y4dCZScJWBuO7ecYGZpHMHy8bQ1gQn9hd4tSAojV0SImnpADCmV3yQCC2E9_iOIrR6sp-Zc09DQisivsq37msAlS64viLNBD6Ee3G6zJmHhgcOr0pmTnZ06lzg08VmYEzzdNwv9l8NBBBTfDJNRws7I5ETSqWnW017qPUbKWY8YjT9-d_TpEZUgQ5MgHrFUyEiYrIg5JO0Vd0ppu9NroJOsyYXKQ.IQrYZ03xiV0gpILkZ3nhba_nB_AkCUa6u4UrKCKXt_c&amp;dib_tag=se&amp;keywords=3.5%22+electrical+display+not+touchscreen&amp;qid=1791509142&amp;sprefix=3.5+electrical+display+not+touchscreen%2Caps%2C238&amp;sr=8-4"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13"/>
          <p:cNvSpPr txBox="1"/>
          <p:nvPr>
            <p:ph type="ctrTitle"/>
          </p:nvPr>
        </p:nvSpPr>
        <p:spPr>
          <a:xfrm>
            <a:off x="1293844" y="1909346"/>
            <a:ext cx="9907555" cy="3383280"/>
          </a:xfrm>
          <a:prstGeom prst="rect">
            <a:avLst/>
          </a:prstGeom>
          <a:noFill/>
          <a:ln>
            <a:noFill/>
          </a:ln>
        </p:spPr>
        <p:txBody>
          <a:bodyPr anchorCtr="0" anchor="b" bIns="45700" lIns="91425" spcFirstLastPara="1" rIns="91425" wrap="square" tIns="45700">
            <a:normAutofit/>
          </a:bodyPr>
          <a:lstStyle/>
          <a:p>
            <a:pPr indent="0" lvl="0" marL="0" rtl="0" algn="l">
              <a:lnSpc>
                <a:spcPct val="76000"/>
              </a:lnSpc>
              <a:spcBef>
                <a:spcPts val="0"/>
              </a:spcBef>
              <a:spcAft>
                <a:spcPts val="0"/>
              </a:spcAft>
              <a:buClr>
                <a:schemeClr val="dk1"/>
              </a:buClr>
              <a:buSzPts val="6000"/>
              <a:buFont typeface="Arial"/>
              <a:buNone/>
            </a:pPr>
            <a:r>
              <a:rPr lang="en-US" sz="6000"/>
              <a:t>EDES 301</a:t>
            </a:r>
            <a:br>
              <a:rPr lang="en-US" sz="6000"/>
            </a:br>
            <a:br>
              <a:rPr lang="en-US"/>
            </a:br>
            <a:r>
              <a:rPr lang="en-US" sz="6000"/>
              <a:t>Morse Code Trainer </a:t>
            </a:r>
            <a:r>
              <a:rPr lang="en-US" sz="6000"/>
              <a:t>Proposal</a:t>
            </a:r>
            <a:endParaRPr/>
          </a:p>
        </p:txBody>
      </p:sp>
      <p:sp>
        <p:nvSpPr>
          <p:cNvPr id="393" name="Google Shape;393;p13"/>
          <p:cNvSpPr txBox="1"/>
          <p:nvPr>
            <p:ph idx="1" type="subTitle"/>
          </p:nvPr>
        </p:nvSpPr>
        <p:spPr>
          <a:xfrm>
            <a:off x="1293845" y="5432564"/>
            <a:ext cx="9604310" cy="1120636"/>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SzPts val="2000"/>
              <a:buNone/>
            </a:pPr>
            <a:r>
              <a:rPr lang="en-US"/>
              <a:t>October</a:t>
            </a:r>
            <a:r>
              <a:rPr lang="en-US"/>
              <a:t> 4th, 2026</a:t>
            </a:r>
            <a:endParaRPr/>
          </a:p>
          <a:p>
            <a:pPr indent="0" lvl="0" marL="0" rtl="0" algn="l">
              <a:lnSpc>
                <a:spcPct val="90000"/>
              </a:lnSpc>
              <a:spcBef>
                <a:spcPts val="0"/>
              </a:spcBef>
              <a:spcAft>
                <a:spcPts val="0"/>
              </a:spcAft>
              <a:buSzPts val="2000"/>
              <a:buNone/>
            </a:pPr>
            <a:r>
              <a:rPr lang="en-US"/>
              <a:t>Asher Yellen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14"/>
          <p:cNvSpPr txBox="1"/>
          <p:nvPr>
            <p:ph type="title"/>
          </p:nvPr>
        </p:nvSpPr>
        <p:spPr>
          <a:xfrm>
            <a:off x="609600" y="228600"/>
            <a:ext cx="10972800" cy="9144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276E8B"/>
              </a:buClr>
              <a:buSzPts val="3200"/>
              <a:buFont typeface="Arial"/>
              <a:buNone/>
            </a:pPr>
            <a:r>
              <a:rPr lang="en-US"/>
              <a:t>Background Information</a:t>
            </a:r>
            <a:endParaRPr/>
          </a:p>
        </p:txBody>
      </p:sp>
      <p:sp>
        <p:nvSpPr>
          <p:cNvPr id="399" name="Google Shape;399;p14"/>
          <p:cNvSpPr txBox="1"/>
          <p:nvPr>
            <p:ph idx="1" type="body"/>
          </p:nvPr>
        </p:nvSpPr>
        <p:spPr>
          <a:xfrm>
            <a:off x="609600" y="1295400"/>
            <a:ext cx="10972800" cy="4724400"/>
          </a:xfrm>
          <a:prstGeom prst="rect">
            <a:avLst/>
          </a:prstGeom>
          <a:noFill/>
          <a:ln>
            <a:noFill/>
          </a:ln>
        </p:spPr>
        <p:txBody>
          <a:bodyPr anchorCtr="0" anchor="t" bIns="45700" lIns="91425" spcFirstLastPara="1" rIns="91425" wrap="square" tIns="45700">
            <a:normAutofit/>
          </a:bodyPr>
          <a:lstStyle/>
          <a:p>
            <a:pPr indent="-228600" lvl="0" marL="228600" rtl="0" algn="l">
              <a:lnSpc>
                <a:spcPct val="115000"/>
              </a:lnSpc>
              <a:spcBef>
                <a:spcPts val="1000"/>
              </a:spcBef>
              <a:spcAft>
                <a:spcPts val="0"/>
              </a:spcAft>
              <a:buSzPts val="1800"/>
              <a:buChar char="▪"/>
            </a:pPr>
            <a:r>
              <a:rPr lang="en-US"/>
              <a:t>Overall, my project will be a way for people to learn and practice writing in Morse Code. It will </a:t>
            </a:r>
            <a:r>
              <a:rPr lang="en-US"/>
              <a:t>have</a:t>
            </a:r>
            <a:r>
              <a:rPr lang="en-US"/>
              <a:t> a training mode, teaching the user to write letters in Morse Code similar to </a:t>
            </a:r>
            <a:r>
              <a:rPr lang="en-US" u="sng">
                <a:solidFill>
                  <a:schemeClr val="hlink"/>
                </a:solidFill>
                <a:hlinkClick r:id="rId3"/>
              </a:rPr>
              <a:t>Google’s Hello Morse</a:t>
            </a:r>
            <a:r>
              <a:rPr lang="en-US"/>
              <a:t>, and then </a:t>
            </a:r>
            <a:r>
              <a:rPr lang="en-US"/>
              <a:t>have</a:t>
            </a:r>
            <a:r>
              <a:rPr lang="en-US"/>
              <a:t> a display mode, where the user can enter messages.</a:t>
            </a:r>
            <a:r>
              <a:rPr lang="en-US"/>
              <a:t> </a:t>
            </a:r>
            <a:endParaRPr/>
          </a:p>
          <a:p>
            <a:pPr indent="-228600" lvl="0" marL="228600" rtl="0" algn="l">
              <a:lnSpc>
                <a:spcPct val="115000"/>
              </a:lnSpc>
              <a:spcBef>
                <a:spcPts val="1000"/>
              </a:spcBef>
              <a:spcAft>
                <a:spcPts val="0"/>
              </a:spcAft>
              <a:buSzPts val="1800"/>
              <a:buChar char="▪"/>
            </a:pPr>
            <a:r>
              <a:rPr lang="en-US"/>
              <a:t>This is </a:t>
            </a:r>
            <a:r>
              <a:rPr lang="en-US"/>
              <a:t>slightly</a:t>
            </a:r>
            <a:r>
              <a:rPr lang="en-US"/>
              <a:t> inspired from two previous projects: </a:t>
            </a:r>
            <a:r>
              <a:rPr lang="en-US" u="sng">
                <a:solidFill>
                  <a:schemeClr val="hlink"/>
                </a:solidFill>
                <a:hlinkClick r:id="rId4"/>
              </a:rPr>
              <a:t>Morse Code Decoder</a:t>
            </a:r>
            <a:r>
              <a:rPr lang="en-US"/>
              <a:t> and </a:t>
            </a:r>
            <a:r>
              <a:rPr lang="en-US" u="sng">
                <a:solidFill>
                  <a:schemeClr val="hlink"/>
                </a:solidFill>
                <a:hlinkClick r:id="rId5"/>
              </a:rPr>
              <a:t>Morse Code </a:t>
            </a:r>
            <a:r>
              <a:rPr lang="en-US" u="sng">
                <a:solidFill>
                  <a:schemeClr val="hlink"/>
                </a:solidFill>
                <a:hlinkClick r:id="rId6"/>
              </a:rPr>
              <a:t>Transceiver</a:t>
            </a:r>
            <a:r>
              <a:rPr lang="en-US"/>
              <a:t>, but I plan to make a few improvements</a:t>
            </a:r>
            <a:endParaRPr/>
          </a:p>
          <a:p>
            <a:pPr indent="-182880" lvl="1" marL="457200" rtl="0" algn="l">
              <a:lnSpc>
                <a:spcPct val="115000"/>
              </a:lnSpc>
              <a:spcBef>
                <a:spcPts val="1000"/>
              </a:spcBef>
              <a:spcAft>
                <a:spcPts val="0"/>
              </a:spcAft>
              <a:buSzPts val="1800"/>
              <a:buChar char="▪"/>
            </a:pPr>
            <a:r>
              <a:rPr lang="en-US"/>
              <a:t>The decoder project didn’t actually seem to function, so I would like to make a functional prototype by the end of the course</a:t>
            </a:r>
            <a:endParaRPr/>
          </a:p>
          <a:p>
            <a:pPr indent="-182880" lvl="1" marL="457200" rtl="0" algn="l">
              <a:lnSpc>
                <a:spcPct val="115000"/>
              </a:lnSpc>
              <a:spcBef>
                <a:spcPts val="1000"/>
              </a:spcBef>
              <a:spcAft>
                <a:spcPts val="0"/>
              </a:spcAft>
              <a:buSzPts val="1800"/>
              <a:buChar char="▪"/>
            </a:pPr>
            <a:r>
              <a:rPr lang="en-US"/>
              <a:t>The transceiver project seems complex and not very intuitive, so I would like mine to be a bit simpler and easier to operate</a:t>
            </a:r>
            <a:endParaRPr/>
          </a:p>
          <a:p>
            <a:pPr indent="-182880" lvl="1" marL="457200" rtl="0" algn="l">
              <a:lnSpc>
                <a:spcPct val="115000"/>
              </a:lnSpc>
              <a:spcBef>
                <a:spcPts val="1000"/>
              </a:spcBef>
              <a:spcAft>
                <a:spcPts val="0"/>
              </a:spcAft>
              <a:buSzPts val="1800"/>
              <a:buChar char="▪"/>
            </a:pPr>
            <a:r>
              <a:rPr lang="en-US"/>
              <a:t>I would also like to improve the hardware, possibly using 3D printing to make the whole project look a bit nicer</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15"/>
          <p:cNvSpPr txBox="1"/>
          <p:nvPr>
            <p:ph type="title"/>
          </p:nvPr>
        </p:nvSpPr>
        <p:spPr>
          <a:xfrm>
            <a:off x="609600" y="228600"/>
            <a:ext cx="10972800" cy="9144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276E8B"/>
              </a:buClr>
              <a:buSzPts val="3200"/>
              <a:buFont typeface="Arial"/>
              <a:buNone/>
            </a:pPr>
            <a:r>
              <a:rPr lang="en-US"/>
              <a:t>Background Information - Continued</a:t>
            </a:r>
            <a:endParaRPr/>
          </a:p>
        </p:txBody>
      </p:sp>
      <p:sp>
        <p:nvSpPr>
          <p:cNvPr id="405" name="Google Shape;405;p15"/>
          <p:cNvSpPr txBox="1"/>
          <p:nvPr>
            <p:ph idx="1" type="body"/>
          </p:nvPr>
        </p:nvSpPr>
        <p:spPr>
          <a:xfrm>
            <a:off x="609600" y="1295400"/>
            <a:ext cx="7541700" cy="4724400"/>
          </a:xfrm>
          <a:prstGeom prst="rect">
            <a:avLst/>
          </a:prstGeom>
          <a:noFill/>
          <a:ln>
            <a:noFill/>
          </a:ln>
        </p:spPr>
        <p:txBody>
          <a:bodyPr anchorCtr="0" anchor="t" bIns="45700" lIns="91425" spcFirstLastPara="1" rIns="91425" wrap="square" tIns="45700">
            <a:normAutofit lnSpcReduction="10000"/>
          </a:bodyPr>
          <a:lstStyle/>
          <a:p>
            <a:pPr indent="-342900" lvl="0" marL="457200" rtl="0" algn="l">
              <a:lnSpc>
                <a:spcPct val="115000"/>
              </a:lnSpc>
              <a:spcBef>
                <a:spcPts val="1000"/>
              </a:spcBef>
              <a:spcAft>
                <a:spcPts val="0"/>
              </a:spcAft>
              <a:buSzPts val="1800"/>
              <a:buChar char="-"/>
            </a:pPr>
            <a:r>
              <a:rPr lang="en-US"/>
              <a:t>My project will have a few modes:</a:t>
            </a:r>
            <a:endParaRPr/>
          </a:p>
          <a:p>
            <a:pPr indent="-342900" lvl="1" marL="914400" rtl="0" algn="l">
              <a:lnSpc>
                <a:spcPct val="115000"/>
              </a:lnSpc>
              <a:spcBef>
                <a:spcPts val="0"/>
              </a:spcBef>
              <a:spcAft>
                <a:spcPts val="0"/>
              </a:spcAft>
              <a:buSzPts val="1800"/>
              <a:buChar char="-"/>
            </a:pPr>
            <a:r>
              <a:rPr lang="en-US"/>
              <a:t>Training: the corresponding image for a letter will appear, as shown in </a:t>
            </a:r>
            <a:r>
              <a:rPr lang="en-US"/>
              <a:t>the graphic on the right. The user will then have to enter the letter in morse code with the button input. Once they enter it correctly, it will move on to another letter</a:t>
            </a:r>
            <a:endParaRPr/>
          </a:p>
          <a:p>
            <a:pPr indent="-342900" lvl="1" marL="914400" rtl="0" algn="l">
              <a:lnSpc>
                <a:spcPct val="115000"/>
              </a:lnSpc>
              <a:spcBef>
                <a:spcPts val="0"/>
              </a:spcBef>
              <a:spcAft>
                <a:spcPts val="0"/>
              </a:spcAft>
              <a:buSzPts val="1800"/>
              <a:buChar char="-"/>
            </a:pPr>
            <a:r>
              <a:rPr lang="en-US"/>
              <a:t>Display: the user can write messages with morse code that will be shown on the display screen</a:t>
            </a:r>
            <a:endParaRPr/>
          </a:p>
          <a:p>
            <a:pPr indent="-342900" lvl="1" marL="914400" rtl="0" algn="l">
              <a:lnSpc>
                <a:spcPct val="115000"/>
              </a:lnSpc>
              <a:spcBef>
                <a:spcPts val="0"/>
              </a:spcBef>
              <a:spcAft>
                <a:spcPts val="0"/>
              </a:spcAft>
              <a:buSzPts val="1800"/>
              <a:buChar char="-"/>
            </a:pPr>
            <a:r>
              <a:rPr lang="en-US"/>
              <a:t>Game (possible): A letter will flash on the screen and the user has to type it in morse code. As they get more right, the time to enter the letter will reduce, making it harder. My focus is more on the first two modes, but this would be a nice extension. </a:t>
            </a:r>
            <a:endParaRPr/>
          </a:p>
          <a:p>
            <a:pPr indent="-342900" lvl="0" marL="457200" rtl="0" algn="l">
              <a:lnSpc>
                <a:spcPct val="115000"/>
              </a:lnSpc>
              <a:spcBef>
                <a:spcPts val="0"/>
              </a:spcBef>
              <a:spcAft>
                <a:spcPts val="0"/>
              </a:spcAft>
              <a:buSzPts val="1800"/>
              <a:buChar char="-"/>
            </a:pPr>
            <a:r>
              <a:rPr lang="en-US"/>
              <a:t>There will be one main button for morse code input, and a LED will light up as the button is pressed. There will be two other buttons to help with system navigation. There also may be a small piezobuzzer</a:t>
            </a:r>
            <a:endParaRPr/>
          </a:p>
        </p:txBody>
      </p:sp>
      <p:pic>
        <p:nvPicPr>
          <p:cNvPr descr="Hello Morse — Matthew Carey" id="406" name="Google Shape;406;p15"/>
          <p:cNvPicPr preferRelativeResize="0"/>
          <p:nvPr/>
        </p:nvPicPr>
        <p:blipFill>
          <a:blip r:embed="rId3">
            <a:alphaModFix/>
          </a:blip>
          <a:stretch>
            <a:fillRect/>
          </a:stretch>
        </p:blipFill>
        <p:spPr>
          <a:xfrm>
            <a:off x="8151300" y="288450"/>
            <a:ext cx="3860790" cy="5791199"/>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16"/>
          <p:cNvSpPr txBox="1"/>
          <p:nvPr>
            <p:ph type="title"/>
          </p:nvPr>
        </p:nvSpPr>
        <p:spPr>
          <a:xfrm>
            <a:off x="609600" y="228600"/>
            <a:ext cx="10972800" cy="914401"/>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276E8B"/>
              </a:buClr>
              <a:buSzPts val="3200"/>
              <a:buFont typeface="Arial"/>
              <a:buNone/>
            </a:pPr>
            <a:r>
              <a:rPr lang="en-US"/>
              <a:t>System Block Diagram</a:t>
            </a:r>
            <a:endParaRPr/>
          </a:p>
        </p:txBody>
      </p:sp>
      <p:sp>
        <p:nvSpPr>
          <p:cNvPr id="412" name="Google Shape;412;p16"/>
          <p:cNvSpPr/>
          <p:nvPr/>
        </p:nvSpPr>
        <p:spPr>
          <a:xfrm>
            <a:off x="4490550" y="1818425"/>
            <a:ext cx="3210900" cy="3449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PocketBeagle</a:t>
            </a:r>
            <a:endParaRPr/>
          </a:p>
        </p:txBody>
      </p:sp>
      <p:sp>
        <p:nvSpPr>
          <p:cNvPr id="413" name="Google Shape;413;p16"/>
          <p:cNvSpPr/>
          <p:nvPr/>
        </p:nvSpPr>
        <p:spPr>
          <a:xfrm>
            <a:off x="2226900" y="1961025"/>
            <a:ext cx="1717500" cy="5715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Button 1 </a:t>
            </a:r>
            <a:endParaRPr/>
          </a:p>
          <a:p>
            <a:pPr indent="0" lvl="0" marL="0" rtl="0" algn="ctr">
              <a:spcBef>
                <a:spcPts val="0"/>
              </a:spcBef>
              <a:spcAft>
                <a:spcPts val="0"/>
              </a:spcAft>
              <a:buNone/>
            </a:pPr>
            <a:r>
              <a:rPr lang="en-US"/>
              <a:t>(blue, main input)</a:t>
            </a:r>
            <a:endParaRPr/>
          </a:p>
        </p:txBody>
      </p:sp>
      <p:sp>
        <p:nvSpPr>
          <p:cNvPr id="414" name="Google Shape;414;p16"/>
          <p:cNvSpPr/>
          <p:nvPr/>
        </p:nvSpPr>
        <p:spPr>
          <a:xfrm>
            <a:off x="8362450" y="1946375"/>
            <a:ext cx="1361100" cy="31938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Display </a:t>
            </a:r>
            <a:r>
              <a:rPr lang="en-US"/>
              <a:t>Screen</a:t>
            </a:r>
            <a:endParaRPr/>
          </a:p>
          <a:p>
            <a:pPr indent="0" lvl="0" marL="0" rtl="0" algn="ctr">
              <a:spcBef>
                <a:spcPts val="0"/>
              </a:spcBef>
              <a:spcAft>
                <a:spcPts val="0"/>
              </a:spcAft>
              <a:buNone/>
            </a:pPr>
            <a:r>
              <a:t/>
            </a:r>
            <a:endParaRPr/>
          </a:p>
        </p:txBody>
      </p:sp>
      <p:sp>
        <p:nvSpPr>
          <p:cNvPr id="415" name="Google Shape;415;p16"/>
          <p:cNvSpPr/>
          <p:nvPr/>
        </p:nvSpPr>
        <p:spPr>
          <a:xfrm>
            <a:off x="2129400" y="2724200"/>
            <a:ext cx="1912500" cy="5715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Button 2</a:t>
            </a:r>
            <a:endParaRPr/>
          </a:p>
          <a:p>
            <a:pPr indent="0" lvl="0" marL="0" rtl="0" algn="ctr">
              <a:spcBef>
                <a:spcPts val="0"/>
              </a:spcBef>
              <a:spcAft>
                <a:spcPts val="0"/>
              </a:spcAft>
              <a:buNone/>
            </a:pPr>
            <a:r>
              <a:rPr lang="en-US"/>
              <a:t>(green, mode select)</a:t>
            </a:r>
            <a:endParaRPr/>
          </a:p>
        </p:txBody>
      </p:sp>
      <p:sp>
        <p:nvSpPr>
          <p:cNvPr id="416" name="Google Shape;416;p16"/>
          <p:cNvSpPr/>
          <p:nvPr/>
        </p:nvSpPr>
        <p:spPr>
          <a:xfrm>
            <a:off x="2190850" y="3487375"/>
            <a:ext cx="1717500" cy="5715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Button 3 </a:t>
            </a:r>
            <a:endParaRPr/>
          </a:p>
          <a:p>
            <a:pPr indent="0" lvl="0" marL="0" rtl="0" algn="ctr">
              <a:spcBef>
                <a:spcPts val="0"/>
              </a:spcBef>
              <a:spcAft>
                <a:spcPts val="0"/>
              </a:spcAft>
              <a:buNone/>
            </a:pPr>
            <a:r>
              <a:rPr lang="en-US"/>
              <a:t>(red, backspace)</a:t>
            </a:r>
            <a:endParaRPr/>
          </a:p>
        </p:txBody>
      </p:sp>
      <p:sp>
        <p:nvSpPr>
          <p:cNvPr id="417" name="Google Shape;417;p16"/>
          <p:cNvSpPr txBox="1"/>
          <p:nvPr/>
        </p:nvSpPr>
        <p:spPr>
          <a:xfrm>
            <a:off x="4628100" y="2105813"/>
            <a:ext cx="717000" cy="35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P2_30</a:t>
            </a:r>
            <a:endParaRPr sz="1200">
              <a:solidFill>
                <a:schemeClr val="dk1"/>
              </a:solidFill>
            </a:endParaRPr>
          </a:p>
        </p:txBody>
      </p:sp>
      <p:sp>
        <p:nvSpPr>
          <p:cNvPr id="418" name="Google Shape;418;p16"/>
          <p:cNvSpPr txBox="1"/>
          <p:nvPr/>
        </p:nvSpPr>
        <p:spPr>
          <a:xfrm>
            <a:off x="4583350" y="2724200"/>
            <a:ext cx="717000" cy="35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P2_32</a:t>
            </a:r>
            <a:endParaRPr sz="1200">
              <a:solidFill>
                <a:schemeClr val="dk1"/>
              </a:solidFill>
            </a:endParaRPr>
          </a:p>
        </p:txBody>
      </p:sp>
      <p:sp>
        <p:nvSpPr>
          <p:cNvPr id="419" name="Google Shape;419;p16"/>
          <p:cNvSpPr txBox="1"/>
          <p:nvPr/>
        </p:nvSpPr>
        <p:spPr>
          <a:xfrm>
            <a:off x="4628100" y="3342575"/>
            <a:ext cx="717000" cy="35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P2_34</a:t>
            </a:r>
            <a:endParaRPr sz="1200">
              <a:solidFill>
                <a:schemeClr val="dk1"/>
              </a:solidFill>
            </a:endParaRPr>
          </a:p>
        </p:txBody>
      </p:sp>
      <p:cxnSp>
        <p:nvCxnSpPr>
          <p:cNvPr id="420" name="Google Shape;420;p16"/>
          <p:cNvCxnSpPr>
            <a:stCxn id="413" idx="3"/>
            <a:endCxn id="417" idx="1"/>
          </p:cNvCxnSpPr>
          <p:nvPr/>
        </p:nvCxnSpPr>
        <p:spPr>
          <a:xfrm>
            <a:off x="3944400" y="2246775"/>
            <a:ext cx="683700" cy="38400"/>
          </a:xfrm>
          <a:prstGeom prst="straightConnector1">
            <a:avLst/>
          </a:prstGeom>
          <a:noFill/>
          <a:ln cap="flat" cmpd="sng" w="9525">
            <a:solidFill>
              <a:schemeClr val="dk2"/>
            </a:solidFill>
            <a:prstDash val="solid"/>
            <a:round/>
            <a:headEnd len="med" w="med" type="none"/>
            <a:tailEnd len="med" w="med" type="none"/>
          </a:ln>
        </p:spPr>
      </p:cxnSp>
      <p:cxnSp>
        <p:nvCxnSpPr>
          <p:cNvPr id="421" name="Google Shape;421;p16"/>
          <p:cNvCxnSpPr>
            <a:stCxn id="415" idx="3"/>
            <a:endCxn id="418" idx="1"/>
          </p:cNvCxnSpPr>
          <p:nvPr/>
        </p:nvCxnSpPr>
        <p:spPr>
          <a:xfrm flipH="1" rot="10800000">
            <a:off x="4041900" y="2903450"/>
            <a:ext cx="541500" cy="106500"/>
          </a:xfrm>
          <a:prstGeom prst="straightConnector1">
            <a:avLst/>
          </a:prstGeom>
          <a:noFill/>
          <a:ln cap="flat" cmpd="sng" w="9525">
            <a:solidFill>
              <a:schemeClr val="dk2"/>
            </a:solidFill>
            <a:prstDash val="solid"/>
            <a:round/>
            <a:headEnd len="med" w="med" type="none"/>
            <a:tailEnd len="med" w="med" type="none"/>
          </a:ln>
        </p:spPr>
      </p:cxnSp>
      <p:cxnSp>
        <p:nvCxnSpPr>
          <p:cNvPr id="422" name="Google Shape;422;p16"/>
          <p:cNvCxnSpPr>
            <a:stCxn id="416" idx="3"/>
            <a:endCxn id="419" idx="1"/>
          </p:cNvCxnSpPr>
          <p:nvPr/>
        </p:nvCxnSpPr>
        <p:spPr>
          <a:xfrm flipH="1" rot="10800000">
            <a:off x="3908350" y="3521725"/>
            <a:ext cx="719700" cy="251400"/>
          </a:xfrm>
          <a:prstGeom prst="straightConnector1">
            <a:avLst/>
          </a:prstGeom>
          <a:noFill/>
          <a:ln cap="flat" cmpd="sng" w="9525">
            <a:solidFill>
              <a:schemeClr val="dk2"/>
            </a:solidFill>
            <a:prstDash val="solid"/>
            <a:round/>
            <a:headEnd len="med" w="med" type="none"/>
            <a:tailEnd len="med" w="med" type="none"/>
          </a:ln>
        </p:spPr>
      </p:cxnSp>
      <p:cxnSp>
        <p:nvCxnSpPr>
          <p:cNvPr id="423" name="Google Shape;423;p16"/>
          <p:cNvCxnSpPr>
            <a:stCxn id="424" idx="3"/>
            <a:endCxn id="414" idx="1"/>
          </p:cNvCxnSpPr>
          <p:nvPr/>
        </p:nvCxnSpPr>
        <p:spPr>
          <a:xfrm flipH="1" rot="10800000">
            <a:off x="7548250" y="3543275"/>
            <a:ext cx="814200" cy="93000"/>
          </a:xfrm>
          <a:prstGeom prst="straightConnector1">
            <a:avLst/>
          </a:prstGeom>
          <a:noFill/>
          <a:ln cap="flat" cmpd="sng" w="9525">
            <a:solidFill>
              <a:schemeClr val="dk2"/>
            </a:solidFill>
            <a:prstDash val="solid"/>
            <a:round/>
            <a:headEnd len="med" w="med" type="none"/>
            <a:tailEnd len="med" w="med" type="none"/>
          </a:ln>
        </p:spPr>
      </p:cxnSp>
      <p:sp>
        <p:nvSpPr>
          <p:cNvPr id="425" name="Google Shape;425;p16"/>
          <p:cNvSpPr/>
          <p:nvPr/>
        </p:nvSpPr>
        <p:spPr>
          <a:xfrm>
            <a:off x="2661275" y="4307238"/>
            <a:ext cx="1043700" cy="321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LED</a:t>
            </a:r>
            <a:endParaRPr/>
          </a:p>
        </p:txBody>
      </p:sp>
      <p:sp>
        <p:nvSpPr>
          <p:cNvPr id="426" name="Google Shape;426;p16"/>
          <p:cNvSpPr/>
          <p:nvPr/>
        </p:nvSpPr>
        <p:spPr>
          <a:xfrm>
            <a:off x="2590025" y="4876904"/>
            <a:ext cx="1186200" cy="4401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Piezobuzzer</a:t>
            </a:r>
            <a:endParaRPr/>
          </a:p>
        </p:txBody>
      </p:sp>
      <p:sp>
        <p:nvSpPr>
          <p:cNvPr id="427" name="Google Shape;427;p16"/>
          <p:cNvSpPr txBox="1"/>
          <p:nvPr/>
        </p:nvSpPr>
        <p:spPr>
          <a:xfrm>
            <a:off x="4583350" y="4143750"/>
            <a:ext cx="717000" cy="35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P2_33</a:t>
            </a:r>
            <a:endParaRPr sz="1200">
              <a:solidFill>
                <a:schemeClr val="dk1"/>
              </a:solidFill>
            </a:endParaRPr>
          </a:p>
        </p:txBody>
      </p:sp>
      <p:sp>
        <p:nvSpPr>
          <p:cNvPr id="428" name="Google Shape;428;p16"/>
          <p:cNvSpPr txBox="1"/>
          <p:nvPr/>
        </p:nvSpPr>
        <p:spPr>
          <a:xfrm>
            <a:off x="4700125" y="4502250"/>
            <a:ext cx="717000" cy="35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P2_02</a:t>
            </a:r>
            <a:endParaRPr sz="1200">
              <a:solidFill>
                <a:schemeClr val="dk1"/>
              </a:solidFill>
            </a:endParaRPr>
          </a:p>
        </p:txBody>
      </p:sp>
      <p:cxnSp>
        <p:nvCxnSpPr>
          <p:cNvPr id="429" name="Google Shape;429;p16"/>
          <p:cNvCxnSpPr>
            <a:stCxn id="425" idx="3"/>
          </p:cNvCxnSpPr>
          <p:nvPr/>
        </p:nvCxnSpPr>
        <p:spPr>
          <a:xfrm flipH="1" rot="10800000">
            <a:off x="3704975" y="4366188"/>
            <a:ext cx="971100" cy="101700"/>
          </a:xfrm>
          <a:prstGeom prst="straightConnector1">
            <a:avLst/>
          </a:prstGeom>
          <a:noFill/>
          <a:ln cap="flat" cmpd="sng" w="9525">
            <a:solidFill>
              <a:schemeClr val="dk2"/>
            </a:solidFill>
            <a:prstDash val="solid"/>
            <a:round/>
            <a:headEnd len="med" w="med" type="none"/>
            <a:tailEnd len="med" w="med" type="none"/>
          </a:ln>
        </p:spPr>
      </p:cxnSp>
      <p:cxnSp>
        <p:nvCxnSpPr>
          <p:cNvPr id="430" name="Google Shape;430;p16"/>
          <p:cNvCxnSpPr>
            <a:stCxn id="426" idx="3"/>
            <a:endCxn id="428" idx="1"/>
          </p:cNvCxnSpPr>
          <p:nvPr/>
        </p:nvCxnSpPr>
        <p:spPr>
          <a:xfrm flipH="1" rot="10800000">
            <a:off x="3776225" y="4681454"/>
            <a:ext cx="924000" cy="4155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mc:AlternateContent>
    <mc:Choice Requires="p14">
      <p:transition spd="slow" p14:dur="7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17"/>
          <p:cNvSpPr txBox="1"/>
          <p:nvPr>
            <p:ph type="title"/>
          </p:nvPr>
        </p:nvSpPr>
        <p:spPr>
          <a:xfrm>
            <a:off x="609600" y="228600"/>
            <a:ext cx="10972800" cy="914401"/>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276E8B"/>
              </a:buClr>
              <a:buSzPts val="3200"/>
              <a:buFont typeface="Arial"/>
              <a:buNone/>
            </a:pPr>
            <a:r>
              <a:rPr lang="en-US"/>
              <a:t>Power Block Diagram</a:t>
            </a:r>
            <a:endParaRPr/>
          </a:p>
        </p:txBody>
      </p:sp>
      <p:sp>
        <p:nvSpPr>
          <p:cNvPr id="436" name="Google Shape;436;p17"/>
          <p:cNvSpPr/>
          <p:nvPr/>
        </p:nvSpPr>
        <p:spPr>
          <a:xfrm>
            <a:off x="4345075" y="1610625"/>
            <a:ext cx="3210900" cy="3449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PocketBeagle</a:t>
            </a:r>
            <a:endParaRPr/>
          </a:p>
        </p:txBody>
      </p:sp>
      <p:sp>
        <p:nvSpPr>
          <p:cNvPr id="437" name="Google Shape;437;p17"/>
          <p:cNvSpPr/>
          <p:nvPr/>
        </p:nvSpPr>
        <p:spPr>
          <a:xfrm>
            <a:off x="1416400" y="3049725"/>
            <a:ext cx="1717500" cy="5715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USB from PC</a:t>
            </a:r>
            <a:endParaRPr/>
          </a:p>
        </p:txBody>
      </p:sp>
      <p:sp>
        <p:nvSpPr>
          <p:cNvPr id="438" name="Google Shape;438;p17"/>
          <p:cNvSpPr/>
          <p:nvPr/>
        </p:nvSpPr>
        <p:spPr>
          <a:xfrm>
            <a:off x="9074575" y="2610625"/>
            <a:ext cx="1717500" cy="1449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3 Buttons</a:t>
            </a:r>
            <a:endParaRPr/>
          </a:p>
          <a:p>
            <a:pPr indent="0" lvl="0" marL="0" rtl="0" algn="ctr">
              <a:spcBef>
                <a:spcPts val="0"/>
              </a:spcBef>
              <a:spcAft>
                <a:spcPts val="0"/>
              </a:spcAft>
              <a:buNone/>
            </a:pPr>
            <a:r>
              <a:rPr lang="en-US"/>
              <a:t>LED</a:t>
            </a:r>
            <a:endParaRPr/>
          </a:p>
          <a:p>
            <a:pPr indent="0" lvl="0" marL="0" rtl="0" algn="ctr">
              <a:spcBef>
                <a:spcPts val="0"/>
              </a:spcBef>
              <a:spcAft>
                <a:spcPts val="0"/>
              </a:spcAft>
              <a:buNone/>
            </a:pPr>
            <a:r>
              <a:rPr lang="en-US"/>
              <a:t>Piezobuzzer</a:t>
            </a:r>
            <a:endParaRPr/>
          </a:p>
          <a:p>
            <a:pPr indent="0" lvl="0" marL="0" rtl="0" algn="ctr">
              <a:spcBef>
                <a:spcPts val="0"/>
              </a:spcBef>
              <a:spcAft>
                <a:spcPts val="0"/>
              </a:spcAft>
              <a:buNone/>
            </a:pPr>
            <a:r>
              <a:rPr lang="en-US"/>
              <a:t>display</a:t>
            </a:r>
            <a:endParaRPr/>
          </a:p>
        </p:txBody>
      </p:sp>
      <p:cxnSp>
        <p:nvCxnSpPr>
          <p:cNvPr id="439" name="Google Shape;439;p17"/>
          <p:cNvCxnSpPr>
            <a:stCxn id="437" idx="3"/>
            <a:endCxn id="436" idx="1"/>
          </p:cNvCxnSpPr>
          <p:nvPr/>
        </p:nvCxnSpPr>
        <p:spPr>
          <a:xfrm>
            <a:off x="3133900" y="3335475"/>
            <a:ext cx="1211100" cy="0"/>
          </a:xfrm>
          <a:prstGeom prst="straightConnector1">
            <a:avLst/>
          </a:prstGeom>
          <a:noFill/>
          <a:ln cap="flat" cmpd="sng" w="9525">
            <a:solidFill>
              <a:schemeClr val="dk2"/>
            </a:solidFill>
            <a:prstDash val="solid"/>
            <a:round/>
            <a:headEnd len="med" w="med" type="none"/>
            <a:tailEnd len="med" w="med" type="stealth"/>
          </a:ln>
        </p:spPr>
      </p:cxnSp>
      <p:cxnSp>
        <p:nvCxnSpPr>
          <p:cNvPr id="440" name="Google Shape;440;p17"/>
          <p:cNvCxnSpPr>
            <a:stCxn id="436" idx="3"/>
            <a:endCxn id="438" idx="1"/>
          </p:cNvCxnSpPr>
          <p:nvPr/>
        </p:nvCxnSpPr>
        <p:spPr>
          <a:xfrm>
            <a:off x="7555975" y="3335475"/>
            <a:ext cx="1518600" cy="600"/>
          </a:xfrm>
          <a:prstGeom prst="bentConnector3">
            <a:avLst>
              <a:gd fmla="val 50000" name="adj1"/>
            </a:avLst>
          </a:prstGeom>
          <a:noFill/>
          <a:ln cap="flat" cmpd="sng" w="9525">
            <a:solidFill>
              <a:schemeClr val="dk2"/>
            </a:solidFill>
            <a:prstDash val="solid"/>
            <a:round/>
            <a:headEnd len="med" w="med" type="none"/>
            <a:tailEnd len="med" w="med" type="stealth"/>
          </a:ln>
        </p:spPr>
      </p:cxnSp>
      <p:sp>
        <p:nvSpPr>
          <p:cNvPr id="441" name="Google Shape;441;p17"/>
          <p:cNvSpPr txBox="1"/>
          <p:nvPr/>
        </p:nvSpPr>
        <p:spPr>
          <a:xfrm>
            <a:off x="3522550" y="2899075"/>
            <a:ext cx="644100" cy="38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500">
                <a:solidFill>
                  <a:schemeClr val="dk1"/>
                </a:solidFill>
              </a:rPr>
              <a:t>5V</a:t>
            </a:r>
            <a:endParaRPr sz="1500">
              <a:solidFill>
                <a:schemeClr val="dk1"/>
              </a:solidFill>
            </a:endParaRPr>
          </a:p>
        </p:txBody>
      </p:sp>
      <p:sp>
        <p:nvSpPr>
          <p:cNvPr id="442" name="Google Shape;442;p17"/>
          <p:cNvSpPr txBox="1"/>
          <p:nvPr/>
        </p:nvSpPr>
        <p:spPr>
          <a:xfrm>
            <a:off x="7993225" y="3621213"/>
            <a:ext cx="644100" cy="38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500">
                <a:solidFill>
                  <a:schemeClr val="dk1"/>
                </a:solidFill>
              </a:rPr>
              <a:t>3.3V</a:t>
            </a:r>
            <a:endParaRPr sz="1500">
              <a:solidFill>
                <a:schemeClr val="dk1"/>
              </a:solidFil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18"/>
          <p:cNvSpPr txBox="1"/>
          <p:nvPr>
            <p:ph type="title"/>
          </p:nvPr>
        </p:nvSpPr>
        <p:spPr>
          <a:xfrm>
            <a:off x="609600" y="228600"/>
            <a:ext cx="10972800" cy="914401"/>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276E8B"/>
              </a:buClr>
              <a:buSzPts val="3200"/>
              <a:buFont typeface="Arial"/>
              <a:buNone/>
            </a:pPr>
            <a:r>
              <a:rPr lang="en-US"/>
              <a:t>Components / Budget</a:t>
            </a:r>
            <a:endParaRPr/>
          </a:p>
        </p:txBody>
      </p:sp>
      <p:graphicFrame>
        <p:nvGraphicFramePr>
          <p:cNvPr id="448" name="Google Shape;448;p18"/>
          <p:cNvGraphicFramePr/>
          <p:nvPr/>
        </p:nvGraphicFramePr>
        <p:xfrm>
          <a:off x="609600" y="1295400"/>
          <a:ext cx="3000000" cy="3000000"/>
        </p:xfrm>
        <a:graphic>
          <a:graphicData uri="http://schemas.openxmlformats.org/drawingml/2006/table">
            <a:tbl>
              <a:tblPr bandRow="1" firstRow="1">
                <a:noFill/>
                <a:tableStyleId>{E0F1AD35-00AB-439C-BF76-2F3B06186C07}</a:tableStyleId>
              </a:tblPr>
              <a:tblGrid>
                <a:gridCol w="7837725"/>
                <a:gridCol w="1567550"/>
                <a:gridCol w="1567550"/>
              </a:tblGrid>
              <a:tr h="370850">
                <a:tc>
                  <a:txBody>
                    <a:bodyPr/>
                    <a:lstStyle/>
                    <a:p>
                      <a:pPr indent="0" lvl="0" marL="0" marR="0" rtl="0" algn="l">
                        <a:spcBef>
                          <a:spcPts val="0"/>
                        </a:spcBef>
                        <a:spcAft>
                          <a:spcPts val="0"/>
                        </a:spcAft>
                        <a:buNone/>
                      </a:pPr>
                      <a:r>
                        <a:rPr lang="en-US" sz="1800" u="none" cap="none" strike="noStrike"/>
                        <a:t>Component</a:t>
                      </a:r>
                      <a:endParaRPr/>
                    </a:p>
                  </a:txBody>
                  <a:tcPr marT="45725" marB="45725" marR="91450" marL="91450"/>
                </a:tc>
                <a:tc>
                  <a:txBody>
                    <a:bodyPr/>
                    <a:lstStyle/>
                    <a:p>
                      <a:pPr indent="0" lvl="0" marL="0" marR="0" rtl="0" algn="ctr">
                        <a:spcBef>
                          <a:spcPts val="0"/>
                        </a:spcBef>
                        <a:spcAft>
                          <a:spcPts val="0"/>
                        </a:spcAft>
                        <a:buNone/>
                      </a:pPr>
                      <a:r>
                        <a:rPr lang="en-US" sz="1800"/>
                        <a:t>EDES301</a:t>
                      </a:r>
                      <a:endParaRPr/>
                    </a:p>
                    <a:p>
                      <a:pPr indent="0" lvl="0" marL="0" marR="0" rtl="0" algn="ctr">
                        <a:spcBef>
                          <a:spcPts val="0"/>
                        </a:spcBef>
                        <a:spcAft>
                          <a:spcPts val="0"/>
                        </a:spcAft>
                        <a:buNone/>
                      </a:pPr>
                      <a:r>
                        <a:rPr lang="en-US" sz="1800"/>
                        <a:t> to Buy?</a:t>
                      </a:r>
                      <a:endParaRPr/>
                    </a:p>
                  </a:txBody>
                  <a:tcPr marT="45725" marB="45725" marR="91450" marL="91450"/>
                </a:tc>
                <a:tc>
                  <a:txBody>
                    <a:bodyPr/>
                    <a:lstStyle/>
                    <a:p>
                      <a:pPr indent="0" lvl="0" marL="0" marR="0" rtl="0" algn="ctr">
                        <a:spcBef>
                          <a:spcPts val="0"/>
                        </a:spcBef>
                        <a:spcAft>
                          <a:spcPts val="0"/>
                        </a:spcAft>
                        <a:buNone/>
                      </a:pPr>
                      <a:r>
                        <a:rPr lang="en-US" sz="1800"/>
                        <a:t>Cost</a:t>
                      </a:r>
                      <a:endParaRPr/>
                    </a:p>
                  </a:txBody>
                  <a:tcPr marT="45725" marB="45725" marR="91450" marL="91450"/>
                </a:tc>
              </a:tr>
              <a:tr h="370850">
                <a:tc>
                  <a:txBody>
                    <a:bodyPr/>
                    <a:lstStyle/>
                    <a:p>
                      <a:pPr indent="0" lvl="0" marL="0" marR="0" rtl="0" algn="l">
                        <a:spcBef>
                          <a:spcPts val="0"/>
                        </a:spcBef>
                        <a:spcAft>
                          <a:spcPts val="0"/>
                        </a:spcAft>
                        <a:buNone/>
                      </a:pPr>
                      <a:r>
                        <a:rPr lang="en-US" sz="1800"/>
                        <a:t>Included in parts kit (buttons, wiring, PocketBeagle, etc.)</a:t>
                      </a:r>
                      <a:endParaRPr sz="1800"/>
                    </a:p>
                  </a:txBody>
                  <a:tcPr marT="45725" marB="45725" marR="91450" marL="91450"/>
                </a:tc>
                <a:tc>
                  <a:txBody>
                    <a:bodyPr/>
                    <a:lstStyle/>
                    <a:p>
                      <a:pPr indent="0" lvl="0" marL="0" marR="0" rtl="0" algn="l">
                        <a:spcBef>
                          <a:spcPts val="0"/>
                        </a:spcBef>
                        <a:spcAft>
                          <a:spcPts val="0"/>
                        </a:spcAft>
                        <a:buNone/>
                      </a:pPr>
                      <a:r>
                        <a:rPr lang="en-US" sz="1800"/>
                        <a:t>X</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rPr lang="en-US" sz="1800" u="sng">
                          <a:solidFill>
                            <a:schemeClr val="hlink"/>
                          </a:solidFill>
                          <a:hlinkClick r:id="rId3"/>
                        </a:rPr>
                        <a:t>Display</a:t>
                      </a:r>
                      <a:r>
                        <a:rPr lang="en-US" sz="1800"/>
                        <a:t> (happy to switch for something better, just wanted </a:t>
                      </a:r>
                      <a:r>
                        <a:rPr lang="en-US" sz="1800"/>
                        <a:t>something</a:t>
                      </a:r>
                      <a:r>
                        <a:rPr lang="en-US" sz="1800"/>
                        <a:t> w/out touchscreen)</a:t>
                      </a:r>
                      <a:endParaRPr sz="1800"/>
                    </a:p>
                  </a:txBody>
                  <a:tcPr marT="45725" marB="45725" marR="91450" marL="91450"/>
                </a:tc>
                <a:tc>
                  <a:txBody>
                    <a:bodyPr/>
                    <a:lstStyle/>
                    <a:p>
                      <a:pPr indent="0" lvl="0" marL="0" marR="0" rtl="0" algn="l">
                        <a:spcBef>
                          <a:spcPts val="0"/>
                        </a:spcBef>
                        <a:spcAft>
                          <a:spcPts val="0"/>
                        </a:spcAft>
                        <a:buNone/>
                      </a:pPr>
                      <a:r>
                        <a:rPr lang="en-US" sz="1800"/>
                        <a:t>Yes</a:t>
                      </a:r>
                      <a:endParaRPr sz="1800"/>
                    </a:p>
                  </a:txBody>
                  <a:tcPr marT="45725" marB="45725" marR="91450" marL="91450"/>
                </a:tc>
                <a:tc>
                  <a:txBody>
                    <a:bodyPr/>
                    <a:lstStyle/>
                    <a:p>
                      <a:pPr indent="0" lvl="0" marL="0" marR="0" rtl="0" algn="l">
                        <a:spcBef>
                          <a:spcPts val="0"/>
                        </a:spcBef>
                        <a:spcAft>
                          <a:spcPts val="0"/>
                        </a:spcAft>
                        <a:buNone/>
                      </a:pPr>
                      <a:r>
                        <a:rPr lang="en-US" sz="1800"/>
                        <a:t>$18.49</a:t>
                      </a:r>
                      <a:endParaRPr sz="1800"/>
                    </a:p>
                  </a:txBody>
                  <a:tcPr marT="45725" marB="45725" marR="91450" marL="91450"/>
                </a:tc>
              </a:tr>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bl>
          </a:graphicData>
        </a:graphic>
      </p:graphicFrame>
      <p:sp>
        <p:nvSpPr>
          <p:cNvPr id="449" name="Google Shape;449;p18"/>
          <p:cNvSpPr txBox="1"/>
          <p:nvPr/>
        </p:nvSpPr>
        <p:spPr>
          <a:xfrm>
            <a:off x="4457700" y="5029200"/>
            <a:ext cx="328808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Arial"/>
                <a:ea typeface="Arial"/>
                <a:cs typeface="Arial"/>
                <a:sym typeface="Arial"/>
              </a:rPr>
              <a:t>See Next Slide for Instructions</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DiamondGrid">
      <a:dk1>
        <a:srgbClr val="2D2E2D"/>
      </a:dk1>
      <a:lt1>
        <a:srgbClr val="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iamond Grid 16x9">
  <a:themeElements>
    <a:clrScheme name="Custom 3">
      <a:dk1>
        <a:srgbClr val="000000"/>
      </a:dk1>
      <a:lt1>
        <a:srgbClr val="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000000"/>
      </a:hlink>
      <a:folHlink>
        <a:srgbClr val="9F671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